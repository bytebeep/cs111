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anhong Xu" userId="21726d714b1d0e7e" providerId="LiveId" clId="{684DB85F-8248-4153-A8E6-AE1FF68830AA}"/>
    <pc:docChg chg="custSel addSld modSld">
      <pc:chgData name="Tianhong Xu" userId="21726d714b1d0e7e" providerId="LiveId" clId="{684DB85F-8248-4153-A8E6-AE1FF68830AA}" dt="2024-05-20T04:55:40.627" v="165" actId="1076"/>
      <pc:docMkLst>
        <pc:docMk/>
      </pc:docMkLst>
      <pc:sldChg chg="addSp modSp mod">
        <pc:chgData name="Tianhong Xu" userId="21726d714b1d0e7e" providerId="LiveId" clId="{684DB85F-8248-4153-A8E6-AE1FF68830AA}" dt="2024-05-20T04:48:25.450" v="113" actId="20577"/>
        <pc:sldMkLst>
          <pc:docMk/>
          <pc:sldMk cId="157148071" sldId="256"/>
        </pc:sldMkLst>
        <pc:spChg chg="add mod">
          <ac:chgData name="Tianhong Xu" userId="21726d714b1d0e7e" providerId="LiveId" clId="{684DB85F-8248-4153-A8E6-AE1FF68830AA}" dt="2024-05-20T04:43:40.065" v="17" actId="1076"/>
          <ac:spMkLst>
            <pc:docMk/>
            <pc:sldMk cId="157148071" sldId="256"/>
            <ac:spMk id="2" creationId="{005E9BAF-3B0E-41BF-9E34-FDA21ED96E94}"/>
          </ac:spMkLst>
        </pc:spChg>
        <pc:spChg chg="mod">
          <ac:chgData name="Tianhong Xu" userId="21726d714b1d0e7e" providerId="LiveId" clId="{684DB85F-8248-4153-A8E6-AE1FF68830AA}" dt="2024-05-20T04:48:25.450" v="113" actId="20577"/>
          <ac:spMkLst>
            <pc:docMk/>
            <pc:sldMk cId="157148071" sldId="256"/>
            <ac:spMk id="4" creationId="{30B02974-2CF9-8664-B435-2E49D09893AA}"/>
          </ac:spMkLst>
        </pc:spChg>
      </pc:sldChg>
      <pc:sldChg chg="modSp mod">
        <pc:chgData name="Tianhong Xu" userId="21726d714b1d0e7e" providerId="LiveId" clId="{684DB85F-8248-4153-A8E6-AE1FF68830AA}" dt="2024-05-20T04:51:41.063" v="136"/>
        <pc:sldMkLst>
          <pc:docMk/>
          <pc:sldMk cId="709070183" sldId="257"/>
        </pc:sldMkLst>
        <pc:spChg chg="mod">
          <ac:chgData name="Tianhong Xu" userId="21726d714b1d0e7e" providerId="LiveId" clId="{684DB85F-8248-4153-A8E6-AE1FF68830AA}" dt="2024-05-20T04:51:41.063" v="136"/>
          <ac:spMkLst>
            <pc:docMk/>
            <pc:sldMk cId="709070183" sldId="257"/>
            <ac:spMk id="7" creationId="{1AD2D3B5-E902-D3B5-47FC-E6EAE4E97D4C}"/>
          </ac:spMkLst>
        </pc:spChg>
      </pc:sldChg>
      <pc:sldChg chg="modSp mod">
        <pc:chgData name="Tianhong Xu" userId="21726d714b1d0e7e" providerId="LiveId" clId="{684DB85F-8248-4153-A8E6-AE1FF68830AA}" dt="2024-05-20T04:55:40.627" v="165" actId="1076"/>
        <pc:sldMkLst>
          <pc:docMk/>
          <pc:sldMk cId="1172148761" sldId="258"/>
        </pc:sldMkLst>
        <pc:spChg chg="mod">
          <ac:chgData name="Tianhong Xu" userId="21726d714b1d0e7e" providerId="LiveId" clId="{684DB85F-8248-4153-A8E6-AE1FF68830AA}" dt="2024-05-20T04:55:40.627" v="165" actId="1076"/>
          <ac:spMkLst>
            <pc:docMk/>
            <pc:sldMk cId="1172148761" sldId="258"/>
            <ac:spMk id="4" creationId="{E8C59A1B-2782-BF0C-E717-7C4F404D5C1E}"/>
          </ac:spMkLst>
        </pc:spChg>
      </pc:sldChg>
      <pc:sldChg chg="addSp delSp modSp new mod">
        <pc:chgData name="Tianhong Xu" userId="21726d714b1d0e7e" providerId="LiveId" clId="{684DB85F-8248-4153-A8E6-AE1FF68830AA}" dt="2024-05-20T04:50:38.667" v="126" actId="1076"/>
        <pc:sldMkLst>
          <pc:docMk/>
          <pc:sldMk cId="4045182401" sldId="259"/>
        </pc:sldMkLst>
        <pc:spChg chg="del">
          <ac:chgData name="Tianhong Xu" userId="21726d714b1d0e7e" providerId="LiveId" clId="{684DB85F-8248-4153-A8E6-AE1FF68830AA}" dt="2024-05-20T04:48:33.082" v="115" actId="478"/>
          <ac:spMkLst>
            <pc:docMk/>
            <pc:sldMk cId="4045182401" sldId="259"/>
            <ac:spMk id="2" creationId="{B2B896EA-4202-CAD4-B5AE-D433FBB8BF9C}"/>
          </ac:spMkLst>
        </pc:spChg>
        <pc:spChg chg="del">
          <ac:chgData name="Tianhong Xu" userId="21726d714b1d0e7e" providerId="LiveId" clId="{684DB85F-8248-4153-A8E6-AE1FF68830AA}" dt="2024-05-20T04:48:33.082" v="115" actId="478"/>
          <ac:spMkLst>
            <pc:docMk/>
            <pc:sldMk cId="4045182401" sldId="259"/>
            <ac:spMk id="3" creationId="{4AF75A4D-28D2-99EA-5D9A-C5DCACBF6922}"/>
          </ac:spMkLst>
        </pc:spChg>
        <pc:spChg chg="add mod">
          <ac:chgData name="Tianhong Xu" userId="21726d714b1d0e7e" providerId="LiveId" clId="{684DB85F-8248-4153-A8E6-AE1FF68830AA}" dt="2024-05-20T04:50:38.667" v="126" actId="1076"/>
          <ac:spMkLst>
            <pc:docMk/>
            <pc:sldMk cId="4045182401" sldId="259"/>
            <ac:spMk id="5" creationId="{AFEB36FE-3F17-B3AB-DFB7-28027D9932DA}"/>
          </ac:spMkLst>
        </pc:spChg>
      </pc:sldChg>
      <pc:sldChg chg="addSp delSp modSp new mod">
        <pc:chgData name="Tianhong Xu" userId="21726d714b1d0e7e" providerId="LiveId" clId="{684DB85F-8248-4153-A8E6-AE1FF68830AA}" dt="2024-05-20T04:53:58.652" v="145" actId="1076"/>
        <pc:sldMkLst>
          <pc:docMk/>
          <pc:sldMk cId="1452318679" sldId="260"/>
        </pc:sldMkLst>
        <pc:spChg chg="del">
          <ac:chgData name="Tianhong Xu" userId="21726d714b1d0e7e" providerId="LiveId" clId="{684DB85F-8248-4153-A8E6-AE1FF68830AA}" dt="2024-05-20T04:50:48.288" v="129" actId="478"/>
          <ac:spMkLst>
            <pc:docMk/>
            <pc:sldMk cId="1452318679" sldId="260"/>
            <ac:spMk id="2" creationId="{34E6AE45-76FB-F141-95FA-E5E2F2F1A5CF}"/>
          </ac:spMkLst>
        </pc:spChg>
        <pc:spChg chg="del">
          <ac:chgData name="Tianhong Xu" userId="21726d714b1d0e7e" providerId="LiveId" clId="{684DB85F-8248-4153-A8E6-AE1FF68830AA}" dt="2024-05-20T04:50:48.288" v="129" actId="478"/>
          <ac:spMkLst>
            <pc:docMk/>
            <pc:sldMk cId="1452318679" sldId="260"/>
            <ac:spMk id="3" creationId="{60BC3698-300F-397E-FFD6-9E3BBCF25054}"/>
          </ac:spMkLst>
        </pc:spChg>
        <pc:spChg chg="add mod">
          <ac:chgData name="Tianhong Xu" userId="21726d714b1d0e7e" providerId="LiveId" clId="{684DB85F-8248-4153-A8E6-AE1FF68830AA}" dt="2024-05-20T04:53:58.652" v="145" actId="1076"/>
          <ac:spMkLst>
            <pc:docMk/>
            <pc:sldMk cId="1452318679" sldId="260"/>
            <ac:spMk id="5" creationId="{9B141987-E102-236C-DFE8-B21932EA4116}"/>
          </ac:spMkLst>
        </pc:spChg>
      </pc:sldChg>
    </pc:docChg>
  </pc:docChgLst>
  <pc:docChgLst>
    <pc:chgData name="White Cyril" userId="21726d714b1d0e7e" providerId="LiveId" clId="{CB5418B2-5346-4A42-A9AB-3688BA3B1F3B}"/>
    <pc:docChg chg="custSel addSld modSld">
      <pc:chgData name="White Cyril" userId="21726d714b1d0e7e" providerId="LiveId" clId="{CB5418B2-5346-4A42-A9AB-3688BA3B1F3B}" dt="2023-05-16T02:37:33.221" v="7097" actId="20577"/>
      <pc:docMkLst>
        <pc:docMk/>
      </pc:docMkLst>
      <pc:sldChg chg="addSp delSp modSp new mod">
        <pc:chgData name="White Cyril" userId="21726d714b1d0e7e" providerId="LiveId" clId="{CB5418B2-5346-4A42-A9AB-3688BA3B1F3B}" dt="2023-05-16T02:20:48.645" v="4665" actId="1076"/>
        <pc:sldMkLst>
          <pc:docMk/>
          <pc:sldMk cId="157148071" sldId="256"/>
        </pc:sldMkLst>
        <pc:spChg chg="del">
          <ac:chgData name="White Cyril" userId="21726d714b1d0e7e" providerId="LiveId" clId="{CB5418B2-5346-4A42-A9AB-3688BA3B1F3B}" dt="2023-05-16T01:48:45.044" v="1" actId="478"/>
          <ac:spMkLst>
            <pc:docMk/>
            <pc:sldMk cId="157148071" sldId="256"/>
            <ac:spMk id="2" creationId="{137EBDEB-43D9-4460-7A39-3F28ED3385B2}"/>
          </ac:spMkLst>
        </pc:spChg>
        <pc:spChg chg="del">
          <ac:chgData name="White Cyril" userId="21726d714b1d0e7e" providerId="LiveId" clId="{CB5418B2-5346-4A42-A9AB-3688BA3B1F3B}" dt="2023-05-16T01:48:45.044" v="1" actId="478"/>
          <ac:spMkLst>
            <pc:docMk/>
            <pc:sldMk cId="157148071" sldId="256"/>
            <ac:spMk id="3" creationId="{2E981EDB-8A6F-B2B9-729C-A3F07DE74972}"/>
          </ac:spMkLst>
        </pc:spChg>
        <pc:spChg chg="add mod">
          <ac:chgData name="White Cyril" userId="21726d714b1d0e7e" providerId="LiveId" clId="{CB5418B2-5346-4A42-A9AB-3688BA3B1F3B}" dt="2023-05-16T02:20:48.645" v="4665" actId="1076"/>
          <ac:spMkLst>
            <pc:docMk/>
            <pc:sldMk cId="157148071" sldId="256"/>
            <ac:spMk id="4" creationId="{30B02974-2CF9-8664-B435-2E49D09893AA}"/>
          </ac:spMkLst>
        </pc:spChg>
      </pc:sldChg>
      <pc:sldChg chg="addSp delSp modSp new mod">
        <pc:chgData name="White Cyril" userId="21726d714b1d0e7e" providerId="LiveId" clId="{CB5418B2-5346-4A42-A9AB-3688BA3B1F3B}" dt="2023-05-16T02:29:39.423" v="6006" actId="20577"/>
        <pc:sldMkLst>
          <pc:docMk/>
          <pc:sldMk cId="709070183" sldId="257"/>
        </pc:sldMkLst>
        <pc:spChg chg="del">
          <ac:chgData name="White Cyril" userId="21726d714b1d0e7e" providerId="LiveId" clId="{CB5418B2-5346-4A42-A9AB-3688BA3B1F3B}" dt="2023-05-16T02:12:07.197" v="3819" actId="478"/>
          <ac:spMkLst>
            <pc:docMk/>
            <pc:sldMk cId="709070183" sldId="257"/>
            <ac:spMk id="2" creationId="{2AFAA1D2-9D8B-A142-7DFE-A70DDF2721D1}"/>
          </ac:spMkLst>
        </pc:spChg>
        <pc:spChg chg="del">
          <ac:chgData name="White Cyril" userId="21726d714b1d0e7e" providerId="LiveId" clId="{CB5418B2-5346-4A42-A9AB-3688BA3B1F3B}" dt="2023-05-16T02:12:07.197" v="3819" actId="478"/>
          <ac:spMkLst>
            <pc:docMk/>
            <pc:sldMk cId="709070183" sldId="257"/>
            <ac:spMk id="3" creationId="{0467E13C-A66E-255D-9F39-F374148CFED9}"/>
          </ac:spMkLst>
        </pc:spChg>
        <pc:spChg chg="add del">
          <ac:chgData name="White Cyril" userId="21726d714b1d0e7e" providerId="LiveId" clId="{CB5418B2-5346-4A42-A9AB-3688BA3B1F3B}" dt="2023-05-16T02:12:07.197" v="3819" actId="478"/>
          <ac:spMkLst>
            <pc:docMk/>
            <pc:sldMk cId="709070183" sldId="257"/>
            <ac:spMk id="5" creationId="{A7EE5BE2-938E-202F-8307-0D35A9648F3C}"/>
          </ac:spMkLst>
        </pc:spChg>
        <pc:spChg chg="add mod">
          <ac:chgData name="White Cyril" userId="21726d714b1d0e7e" providerId="LiveId" clId="{CB5418B2-5346-4A42-A9AB-3688BA3B1F3B}" dt="2023-05-16T02:29:39.423" v="6006" actId="20577"/>
          <ac:spMkLst>
            <pc:docMk/>
            <pc:sldMk cId="709070183" sldId="257"/>
            <ac:spMk id="7" creationId="{1AD2D3B5-E902-D3B5-47FC-E6EAE4E97D4C}"/>
          </ac:spMkLst>
        </pc:spChg>
      </pc:sldChg>
      <pc:sldChg chg="addSp delSp modSp new mod">
        <pc:chgData name="White Cyril" userId="21726d714b1d0e7e" providerId="LiveId" clId="{CB5418B2-5346-4A42-A9AB-3688BA3B1F3B}" dt="2023-05-16T02:37:33.221" v="7097" actId="20577"/>
        <pc:sldMkLst>
          <pc:docMk/>
          <pc:sldMk cId="1172148761" sldId="258"/>
        </pc:sldMkLst>
        <pc:spChg chg="del">
          <ac:chgData name="White Cyril" userId="21726d714b1d0e7e" providerId="LiveId" clId="{CB5418B2-5346-4A42-A9AB-3688BA3B1F3B}" dt="2023-05-16T02:29:58.209" v="6008" actId="478"/>
          <ac:spMkLst>
            <pc:docMk/>
            <pc:sldMk cId="1172148761" sldId="258"/>
            <ac:spMk id="2" creationId="{56C814BA-9EE5-B3AC-E486-199C6CF2F47F}"/>
          </ac:spMkLst>
        </pc:spChg>
        <pc:spChg chg="del">
          <ac:chgData name="White Cyril" userId="21726d714b1d0e7e" providerId="LiveId" clId="{CB5418B2-5346-4A42-A9AB-3688BA3B1F3B}" dt="2023-05-16T02:29:58.209" v="6008" actId="478"/>
          <ac:spMkLst>
            <pc:docMk/>
            <pc:sldMk cId="1172148761" sldId="258"/>
            <ac:spMk id="3" creationId="{30FE89C0-FBB4-D919-3EBB-694EB603427C}"/>
          </ac:spMkLst>
        </pc:spChg>
        <pc:spChg chg="add mod">
          <ac:chgData name="White Cyril" userId="21726d714b1d0e7e" providerId="LiveId" clId="{CB5418B2-5346-4A42-A9AB-3688BA3B1F3B}" dt="2023-05-16T02:37:33.221" v="7097" actId="20577"/>
          <ac:spMkLst>
            <pc:docMk/>
            <pc:sldMk cId="1172148761" sldId="258"/>
            <ac:spMk id="4" creationId="{E8C59A1B-2782-BF0C-E717-7C4F404D5C1E}"/>
          </ac:spMkLst>
        </pc:spChg>
      </pc:sldChg>
      <pc:sldMasterChg chg="addSldLayout">
        <pc:chgData name="White Cyril" userId="21726d714b1d0e7e" providerId="LiveId" clId="{CB5418B2-5346-4A42-A9AB-3688BA3B1F3B}" dt="2023-05-16T01:48:42.684" v="0" actId="680"/>
        <pc:sldMasterMkLst>
          <pc:docMk/>
          <pc:sldMasterMk cId="2590105281" sldId="2147483648"/>
        </pc:sldMasterMkLst>
        <pc:sldLayoutChg chg="add">
          <pc:chgData name="White Cyril" userId="21726d714b1d0e7e" providerId="LiveId" clId="{CB5418B2-5346-4A42-A9AB-3688BA3B1F3B}" dt="2023-05-16T01:48:42.684" v="0" actId="680"/>
          <pc:sldLayoutMkLst>
            <pc:docMk/>
            <pc:sldMasterMk cId="2590105281" sldId="2147483648"/>
            <pc:sldLayoutMk cId="4279785505"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FC507E-9E66-07AC-3347-CE6468AD8DA4}"/>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2EA490D-CFC5-2986-5F9D-5609C39537D9}"/>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extLst>
      <p:ext uri="{BB962C8B-B14F-4D97-AF65-F5344CB8AC3E}">
        <p14:creationId xmlns:p14="http://schemas.microsoft.com/office/powerpoint/2010/main" val="427978550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0105281"/>
      </p:ext>
    </p:extLst>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0B02974-2CF9-8664-B435-2E49D09893AA}"/>
              </a:ext>
            </a:extLst>
          </p:cNvPr>
          <p:cNvSpPr txBox="1"/>
          <p:nvPr/>
        </p:nvSpPr>
        <p:spPr>
          <a:xfrm>
            <a:off x="555812" y="971410"/>
            <a:ext cx="11080376" cy="4247317"/>
          </a:xfrm>
          <a:prstGeom prst="rect">
            <a:avLst/>
          </a:prstGeom>
          <a:noFill/>
        </p:spPr>
        <p:txBody>
          <a:bodyPr wrap="square" rtlCol="0">
            <a:spAutoFit/>
          </a:bodyPr>
          <a:lstStyle/>
          <a:p>
            <a:r>
              <a:rPr lang="zh-CN" altLang="en-US" dirty="0"/>
              <a:t>结构体是一种自定义类型，当你定义好一个结构体后，你可以像普通的数据类型一样使用，因此它几乎可以做普通数据类型能做的任何操作，当你希望一个变量拥有各种不同的属性时，你就可以定义一个结构体。</a:t>
            </a:r>
            <a:endParaRPr lang="en-US" altLang="zh-CN" dirty="0"/>
          </a:p>
          <a:p>
            <a:r>
              <a:rPr lang="en-US" altLang="zh-CN" dirty="0"/>
              <a:t>A struct is a self-defined type, when you define a struct, you can use it like a normal data type, so it can do almost anything that a normal data type can do, when you want a variable to have a variety of different properties, you can define a struct.</a:t>
            </a:r>
          </a:p>
          <a:p>
            <a:endParaRPr lang="en-US" altLang="zh-CN" dirty="0"/>
          </a:p>
          <a:p>
            <a:r>
              <a:rPr lang="en-US" altLang="zh-CN" dirty="0"/>
              <a:t>1. </a:t>
            </a:r>
            <a:r>
              <a:rPr lang="zh-CN" altLang="en-US" dirty="0"/>
              <a:t>尝试定义一个这样的结构体：</a:t>
            </a:r>
            <a:endParaRPr lang="en-US" altLang="zh-CN" dirty="0"/>
          </a:p>
          <a:p>
            <a:r>
              <a:rPr lang="zh-CN" altLang="en-US" dirty="0"/>
              <a:t>小明的班级里有若干学生，每个学生都拥有姓名、学号、数学成绩、语文成绩、英语成绩、总分、排名。</a:t>
            </a:r>
            <a:endParaRPr lang="en-US" altLang="zh-CN" dirty="0"/>
          </a:p>
          <a:p>
            <a:r>
              <a:rPr lang="en-US" altLang="zh-CN" dirty="0"/>
              <a:t>Try to define a structure like this: There are several students in Xiao Ming's class, and each student has his name, student number, math score, Chinese score, English score, total score, and ranking.</a:t>
            </a:r>
          </a:p>
          <a:p>
            <a:endParaRPr lang="en-US" altLang="zh-CN" dirty="0"/>
          </a:p>
          <a:p>
            <a:r>
              <a:rPr lang="zh-CN" altLang="en-US" dirty="0"/>
              <a:t>当你定义好一个结构体之后，你只是定义了一种“数据类型”，也就是说，定义了一个“模板”，你还没有真正的拥有这些变量，以自定义的数据类型创建的变量被称为“实例”</a:t>
            </a:r>
            <a:endParaRPr lang="en-US" altLang="zh-CN" dirty="0"/>
          </a:p>
          <a:p>
            <a:r>
              <a:rPr lang="en-US" altLang="zh-CN" dirty="0"/>
              <a:t>When you define a struct, you only define a "datatype", that is, define a "template", you do not actually own these variables, variables created with your self-defined datatype are called "instances".</a:t>
            </a:r>
          </a:p>
        </p:txBody>
      </p:sp>
      <p:sp>
        <p:nvSpPr>
          <p:cNvPr id="2" name="文本框 1">
            <a:extLst>
              <a:ext uri="{FF2B5EF4-FFF2-40B4-BE49-F238E27FC236}">
                <a16:creationId xmlns:a16="http://schemas.microsoft.com/office/drawing/2014/main" id="{005E9BAF-3B0E-41BF-9E34-FDA21ED96E94}"/>
              </a:ext>
            </a:extLst>
          </p:cNvPr>
          <p:cNvSpPr txBox="1"/>
          <p:nvPr/>
        </p:nvSpPr>
        <p:spPr>
          <a:xfrm>
            <a:off x="512009" y="507877"/>
            <a:ext cx="3665759" cy="369332"/>
          </a:xfrm>
          <a:prstGeom prst="rect">
            <a:avLst/>
          </a:prstGeom>
          <a:noFill/>
        </p:spPr>
        <p:txBody>
          <a:bodyPr wrap="square" rtlCol="0">
            <a:spAutoFit/>
          </a:bodyPr>
          <a:lstStyle/>
          <a:p>
            <a:r>
              <a:rPr lang="en-US" altLang="zh-CN" dirty="0"/>
              <a:t>WEEK14 LAB</a:t>
            </a:r>
            <a:endParaRPr lang="zh-CN" altLang="en-US" dirty="0"/>
          </a:p>
        </p:txBody>
      </p:sp>
    </p:spTree>
    <p:extLst>
      <p:ext uri="{BB962C8B-B14F-4D97-AF65-F5344CB8AC3E}">
        <p14:creationId xmlns:p14="http://schemas.microsoft.com/office/powerpoint/2010/main" val="157148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AFEB36FE-3F17-B3AB-DFB7-28027D9932DA}"/>
              </a:ext>
            </a:extLst>
          </p:cNvPr>
          <p:cNvSpPr txBox="1"/>
          <p:nvPr/>
        </p:nvSpPr>
        <p:spPr>
          <a:xfrm>
            <a:off x="737588" y="563028"/>
            <a:ext cx="10716823" cy="3416320"/>
          </a:xfrm>
          <a:prstGeom prst="rect">
            <a:avLst/>
          </a:prstGeom>
          <a:noFill/>
        </p:spPr>
        <p:txBody>
          <a:bodyPr wrap="square">
            <a:spAutoFit/>
          </a:bodyPr>
          <a:lstStyle/>
          <a:p>
            <a:r>
              <a:rPr lang="en-US" altLang="zh-CN" dirty="0"/>
              <a:t>2. </a:t>
            </a:r>
            <a:r>
              <a:rPr lang="zh-CN" altLang="en-US" dirty="0"/>
              <a:t>现在尝试创建几个“实例”，分别为小明、小红、小兰，学号分别为</a:t>
            </a:r>
            <a:r>
              <a:rPr lang="en-US" altLang="zh-CN" dirty="0"/>
              <a:t>1</a:t>
            </a:r>
            <a:r>
              <a:rPr lang="zh-CN" altLang="en-US" dirty="0"/>
              <a:t>、</a:t>
            </a:r>
            <a:r>
              <a:rPr lang="en-US" altLang="zh-CN" dirty="0"/>
              <a:t>2</a:t>
            </a:r>
            <a:r>
              <a:rPr lang="zh-CN" altLang="en-US" dirty="0"/>
              <a:t>、</a:t>
            </a:r>
            <a:r>
              <a:rPr lang="en-US" altLang="zh-CN" dirty="0"/>
              <a:t>3</a:t>
            </a:r>
            <a:r>
              <a:rPr lang="zh-CN" altLang="en-US" dirty="0"/>
              <a:t>，三门成绩可以随便指定。尝试在定义时即对他们初始化，即使用</a:t>
            </a:r>
            <a:r>
              <a:rPr lang="en-US" altLang="zh-CN" dirty="0"/>
              <a:t>struct student </a:t>
            </a:r>
            <a:r>
              <a:rPr lang="en-US" altLang="zh-CN" dirty="0" err="1"/>
              <a:t>xiaohong</a:t>
            </a:r>
            <a:r>
              <a:rPr lang="en-US" altLang="zh-CN" dirty="0"/>
              <a:t> = {…}</a:t>
            </a:r>
            <a:r>
              <a:rPr lang="zh-CN" altLang="en-US" dirty="0"/>
              <a:t>的方式来进行初始化。值得注意的是，现在我们还没有总分、排名两个值，所以你可以先把它们初始化为</a:t>
            </a:r>
            <a:r>
              <a:rPr lang="en-US" altLang="zh-CN" dirty="0"/>
              <a:t>0</a:t>
            </a:r>
            <a:r>
              <a:rPr lang="zh-CN" altLang="en-US" dirty="0"/>
              <a:t>，随后再进行计算</a:t>
            </a:r>
            <a:endParaRPr lang="en-US" altLang="zh-CN" dirty="0"/>
          </a:p>
          <a:p>
            <a:r>
              <a:rPr lang="en-US" altLang="zh-CN" dirty="0"/>
              <a:t>Now try to create several "examples", respectively, Xiao Ming, Xiao Hong, Xiao LAN, student numbers are 1, 2, 3, the three grades can be arbitrarily specified. Try to initialize them at definition time, using struct student </a:t>
            </a:r>
            <a:r>
              <a:rPr lang="en-US" altLang="zh-CN" dirty="0" err="1"/>
              <a:t>xiaohong</a:t>
            </a:r>
            <a:r>
              <a:rPr lang="en-US" altLang="zh-CN" dirty="0"/>
              <a:t> = {... } method to initialize. It is worth noting that we do not have the total score and ranking values yet, so you can initialize them to 0 first and then calculate them later</a:t>
            </a:r>
          </a:p>
          <a:p>
            <a:endParaRPr lang="en-US" altLang="zh-CN" dirty="0"/>
          </a:p>
          <a:p>
            <a:r>
              <a:rPr lang="en-US" altLang="zh-CN" dirty="0"/>
              <a:t>3. </a:t>
            </a:r>
            <a:r>
              <a:rPr lang="zh-CN" altLang="en-US" dirty="0"/>
              <a:t>现在你已经拥有了三个变量，分别为小明、小红、小兰，分别计算出他们的总分，观察他们的总分顺序，手动地指定他们的排名</a:t>
            </a:r>
            <a:endParaRPr lang="en-US" altLang="zh-CN" dirty="0"/>
          </a:p>
          <a:p>
            <a:r>
              <a:rPr lang="en-US" altLang="zh-CN" dirty="0"/>
              <a:t>Now that you have three variables, Xiao Ming, Xiao Hong, and Xiao LAN, calculate their total scores, observe the order of their scores, and manually specify their rankings</a:t>
            </a:r>
          </a:p>
        </p:txBody>
      </p:sp>
    </p:spTree>
    <p:extLst>
      <p:ext uri="{BB962C8B-B14F-4D97-AF65-F5344CB8AC3E}">
        <p14:creationId xmlns:p14="http://schemas.microsoft.com/office/powerpoint/2010/main" val="4045182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1AD2D3B5-E902-D3B5-47FC-E6EAE4E97D4C}"/>
              </a:ext>
            </a:extLst>
          </p:cNvPr>
          <p:cNvSpPr txBox="1"/>
          <p:nvPr/>
        </p:nvSpPr>
        <p:spPr>
          <a:xfrm>
            <a:off x="555812" y="459032"/>
            <a:ext cx="11080376" cy="5078313"/>
          </a:xfrm>
          <a:prstGeom prst="rect">
            <a:avLst/>
          </a:prstGeom>
          <a:noFill/>
        </p:spPr>
        <p:txBody>
          <a:bodyPr wrap="square">
            <a:spAutoFit/>
          </a:bodyPr>
          <a:lstStyle/>
          <a:p>
            <a:r>
              <a:rPr lang="zh-CN" altLang="en-US" dirty="0"/>
              <a:t>这样显然非常麻烦，我们现在仅仅拥有三个变量，那如果班级里有四十名学生呢？显然，我们可以创建一个</a:t>
            </a:r>
            <a:r>
              <a:rPr lang="en-US" altLang="zh-CN" dirty="0"/>
              <a:t>struct student</a:t>
            </a:r>
            <a:r>
              <a:rPr lang="zh-CN" altLang="en-US" dirty="0"/>
              <a:t>类型的数组，假设数组名为</a:t>
            </a:r>
            <a:r>
              <a:rPr lang="en-US" altLang="zh-CN" dirty="0" err="1"/>
              <a:t>stu</a:t>
            </a:r>
            <a:r>
              <a:rPr lang="zh-CN" altLang="en-US" dirty="0"/>
              <a:t>，那么你可以像使用</a:t>
            </a:r>
            <a:r>
              <a:rPr lang="en-US" altLang="zh-CN" dirty="0"/>
              <a:t>double</a:t>
            </a:r>
            <a:r>
              <a:rPr lang="zh-CN" altLang="en-US" dirty="0"/>
              <a:t>类型定义数组</a:t>
            </a:r>
            <a:r>
              <a:rPr lang="en-US" altLang="zh-CN" dirty="0"/>
              <a:t>double a[40]</a:t>
            </a:r>
            <a:r>
              <a:rPr lang="zh-CN" altLang="en-US" dirty="0"/>
              <a:t>一样，定义一个</a:t>
            </a:r>
            <a:r>
              <a:rPr lang="en-US" altLang="zh-CN" dirty="0"/>
              <a:t>struct student </a:t>
            </a:r>
            <a:r>
              <a:rPr lang="en-US" altLang="zh-CN" dirty="0" err="1"/>
              <a:t>stu</a:t>
            </a:r>
            <a:r>
              <a:rPr lang="en-US" altLang="zh-CN" dirty="0"/>
              <a:t>[40]</a:t>
            </a:r>
            <a:r>
              <a:rPr lang="zh-CN" altLang="en-US" dirty="0"/>
              <a:t>，这样，从</a:t>
            </a:r>
            <a:r>
              <a:rPr lang="en-US" altLang="zh-CN" dirty="0" err="1"/>
              <a:t>stu</a:t>
            </a:r>
            <a:r>
              <a:rPr lang="en-US" altLang="zh-CN" dirty="0"/>
              <a:t>[0]</a:t>
            </a:r>
            <a:r>
              <a:rPr lang="zh-CN" altLang="en-US" dirty="0"/>
              <a:t>到</a:t>
            </a:r>
            <a:r>
              <a:rPr lang="en-US" altLang="zh-CN" dirty="0" err="1"/>
              <a:t>stu</a:t>
            </a:r>
            <a:r>
              <a:rPr lang="en-US" altLang="zh-CN" dirty="0"/>
              <a:t>[39]</a:t>
            </a:r>
            <a:r>
              <a:rPr lang="zh-CN" altLang="en-US" dirty="0"/>
              <a:t>，我们定义了</a:t>
            </a:r>
            <a:r>
              <a:rPr lang="en-US" altLang="zh-CN" dirty="0"/>
              <a:t>40</a:t>
            </a:r>
            <a:r>
              <a:rPr lang="zh-CN" altLang="en-US" dirty="0"/>
              <a:t>个</a:t>
            </a:r>
            <a:r>
              <a:rPr lang="en-US" altLang="zh-CN" dirty="0"/>
              <a:t>struct student</a:t>
            </a:r>
            <a:r>
              <a:rPr lang="zh-CN" altLang="en-US" dirty="0"/>
              <a:t>类型的变量。如果我们想进行初始化，显然不能够像第</a:t>
            </a:r>
            <a:r>
              <a:rPr lang="en-US" altLang="zh-CN" dirty="0"/>
              <a:t>2</a:t>
            </a:r>
            <a:r>
              <a:rPr lang="zh-CN" altLang="en-US" dirty="0"/>
              <a:t>题那样，把每一个变量都手动地初始化。</a:t>
            </a:r>
            <a:endParaRPr lang="en-US" altLang="zh-CN" dirty="0"/>
          </a:p>
          <a:p>
            <a:r>
              <a:rPr lang="en-US" altLang="zh-CN" dirty="0"/>
              <a:t>This is obviously very troublesome, we only have three variables now, so what if there are 40 students in the class? Obviously, we can create an array of type struct student, assuming the array name is </a:t>
            </a:r>
            <a:r>
              <a:rPr lang="en-US" altLang="zh-CN" dirty="0" err="1"/>
              <a:t>stu</a:t>
            </a:r>
            <a:r>
              <a:rPr lang="en-US" altLang="zh-CN" dirty="0"/>
              <a:t>, then you can define a struct student </a:t>
            </a:r>
            <a:r>
              <a:rPr lang="en-US" altLang="zh-CN" dirty="0" err="1"/>
              <a:t>stu</a:t>
            </a:r>
            <a:r>
              <a:rPr lang="en-US" altLang="zh-CN" dirty="0"/>
              <a:t>[40] just as you would define an array of type double a[40], so that, From </a:t>
            </a:r>
            <a:r>
              <a:rPr lang="en-US" altLang="zh-CN" dirty="0" err="1"/>
              <a:t>stu</a:t>
            </a:r>
            <a:r>
              <a:rPr lang="en-US" altLang="zh-CN" dirty="0"/>
              <a:t>[0] to </a:t>
            </a:r>
            <a:r>
              <a:rPr lang="en-US" altLang="zh-CN" dirty="0" err="1"/>
              <a:t>stu</a:t>
            </a:r>
            <a:r>
              <a:rPr lang="en-US" altLang="zh-CN" dirty="0"/>
              <a:t>[39], we define 40 variables of type struct student. If we want to initialize, obviously we can't manually initialize every variable as we did in problem 2.</a:t>
            </a:r>
          </a:p>
          <a:p>
            <a:endParaRPr lang="en-US" altLang="zh-CN" dirty="0"/>
          </a:p>
          <a:p>
            <a:r>
              <a:rPr lang="en-US" altLang="zh-CN" dirty="0"/>
              <a:t>4. </a:t>
            </a:r>
            <a:r>
              <a:rPr lang="zh-CN" altLang="en-US" dirty="0"/>
              <a:t>尝试使用一个循环，把每一个变量赋值，学号定义为</a:t>
            </a:r>
            <a:r>
              <a:rPr lang="en-US" altLang="zh-CN" dirty="0"/>
              <a:t>1-40</a:t>
            </a:r>
            <a:r>
              <a:rPr lang="zh-CN" altLang="en-US" dirty="0"/>
              <a:t>，三门课程的成绩使用随机数，</a:t>
            </a:r>
            <a:r>
              <a:rPr lang="en-US" altLang="zh-CN" dirty="0"/>
              <a:t>&lt;</a:t>
            </a:r>
            <a:r>
              <a:rPr lang="en-US" altLang="zh-CN" dirty="0" err="1"/>
              <a:t>stdlib</a:t>
            </a:r>
            <a:r>
              <a:rPr lang="en-US" altLang="zh-CN" dirty="0"/>
              <a:t>&gt;</a:t>
            </a:r>
            <a:r>
              <a:rPr lang="zh-CN" altLang="en-US" dirty="0"/>
              <a:t>库中的</a:t>
            </a:r>
            <a:r>
              <a:rPr lang="en-US" altLang="zh-CN" dirty="0"/>
              <a:t>rand()</a:t>
            </a:r>
            <a:r>
              <a:rPr lang="zh-CN" altLang="en-US" dirty="0"/>
              <a:t>函数可以生成一个随机数，使用</a:t>
            </a:r>
            <a:r>
              <a:rPr lang="en-US" altLang="zh-CN" dirty="0"/>
              <a:t>rand()%101</a:t>
            </a:r>
            <a:r>
              <a:rPr lang="zh-CN" altLang="en-US" dirty="0"/>
              <a:t>可以生成</a:t>
            </a:r>
            <a:r>
              <a:rPr lang="en-US" altLang="zh-CN" dirty="0"/>
              <a:t>0-100</a:t>
            </a:r>
            <a:r>
              <a:rPr lang="zh-CN" altLang="en-US" dirty="0"/>
              <a:t>之间的随机整数，并且计算他们的总分，姓名域可以空着，毕竟我们拥有学号这个唯一标识符，可以正确的找到每个学生。</a:t>
            </a:r>
            <a:endParaRPr lang="en-US" altLang="zh-CN" dirty="0"/>
          </a:p>
          <a:p>
            <a:r>
              <a:rPr lang="en-US" altLang="zh-CN" dirty="0"/>
              <a:t>Try to use a loop, assign a value to each variable, define the student number as 1-40, use random numbers for grades of three courses, the rand() function in &lt;</a:t>
            </a:r>
            <a:r>
              <a:rPr lang="en-US" altLang="zh-CN" dirty="0" err="1"/>
              <a:t>stdlib</a:t>
            </a:r>
            <a:r>
              <a:rPr lang="en-US" altLang="zh-CN" dirty="0"/>
              <a:t>&gt; library can generate a random number, use rand()%101 can generate random integers between 0-100, and calculate their total score, the name field can be left empty, and the name field can be used to calculate the total number. After all, we have a unique identifier, the student number, to find each student correctly.</a:t>
            </a:r>
          </a:p>
        </p:txBody>
      </p:sp>
    </p:spTree>
    <p:extLst>
      <p:ext uri="{BB962C8B-B14F-4D97-AF65-F5344CB8AC3E}">
        <p14:creationId xmlns:p14="http://schemas.microsoft.com/office/powerpoint/2010/main" val="70907018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975</Words>
  <Application>Microsoft Macintosh PowerPoint</Application>
  <PresentationFormat>Widescreen</PresentationFormat>
  <Paragraphs>20</Paragraphs>
  <Slides>3</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vt:i4>
      </vt:variant>
    </vt:vector>
  </HeadingPairs>
  <TitlesOfParts>
    <vt:vector size="5" baseType="lpstr">
      <vt:lpstr>Arial</vt:lpstr>
      <vt:lpstr>Office 主题​​</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White Cyril</dc:creator>
  <cp:lastModifiedBy>pkugeo</cp:lastModifiedBy>
  <cp:revision>2</cp:revision>
  <dcterms:created xsi:type="dcterms:W3CDTF">2023-05-16T01:48:41Z</dcterms:created>
  <dcterms:modified xsi:type="dcterms:W3CDTF">2025-05-29T09:44:02Z</dcterms:modified>
</cp:coreProperties>
</file>