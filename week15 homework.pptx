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anhong Xu" userId="21726d714b1d0e7e" providerId="LiveId" clId="{AAD55E44-1C84-44CE-9B91-A94FFFBC0471}"/>
    <pc:docChg chg="undo custSel addSld modSld">
      <pc:chgData name="Tianhong Xu" userId="21726d714b1d0e7e" providerId="LiveId" clId="{AAD55E44-1C84-44CE-9B91-A94FFFBC0471}" dt="2024-05-20T05:22:57.688" v="2506" actId="1076"/>
      <pc:docMkLst>
        <pc:docMk/>
      </pc:docMkLst>
      <pc:sldChg chg="modSp mod">
        <pc:chgData name="Tianhong Xu" userId="21726d714b1d0e7e" providerId="LiveId" clId="{AAD55E44-1C84-44CE-9B91-A94FFFBC0471}" dt="2024-05-20T05:09:39.998" v="745" actId="20577"/>
        <pc:sldMkLst>
          <pc:docMk/>
          <pc:sldMk cId="1745775407" sldId="256"/>
        </pc:sldMkLst>
        <pc:spChg chg="mod">
          <ac:chgData name="Tianhong Xu" userId="21726d714b1d0e7e" providerId="LiveId" clId="{AAD55E44-1C84-44CE-9B91-A94FFFBC0471}" dt="2024-05-20T05:09:39.998" v="745" actId="20577"/>
          <ac:spMkLst>
            <pc:docMk/>
            <pc:sldMk cId="1745775407" sldId="256"/>
            <ac:spMk id="6" creationId="{7A696C87-55C1-8E45-B4F5-6FA5B23FA0B3}"/>
          </ac:spMkLst>
        </pc:spChg>
        <pc:picChg chg="mod modCrop">
          <ac:chgData name="Tianhong Xu" userId="21726d714b1d0e7e" providerId="LiveId" clId="{AAD55E44-1C84-44CE-9B91-A94FFFBC0471}" dt="2024-05-20T05:07:41.804" v="721" actId="1076"/>
          <ac:picMkLst>
            <pc:docMk/>
            <pc:sldMk cId="1745775407" sldId="256"/>
            <ac:picMk id="5" creationId="{B57AE017-B477-6D54-25A2-789089211A57}"/>
          </ac:picMkLst>
        </pc:picChg>
      </pc:sldChg>
      <pc:sldChg chg="modSp mod">
        <pc:chgData name="Tianhong Xu" userId="21726d714b1d0e7e" providerId="LiveId" clId="{AAD55E44-1C84-44CE-9B91-A94FFFBC0471}" dt="2024-05-20T05:00:30.494" v="567" actId="20577"/>
        <pc:sldMkLst>
          <pc:docMk/>
          <pc:sldMk cId="2993386933" sldId="257"/>
        </pc:sldMkLst>
        <pc:spChg chg="mod">
          <ac:chgData name="Tianhong Xu" userId="21726d714b1d0e7e" providerId="LiveId" clId="{AAD55E44-1C84-44CE-9B91-A94FFFBC0471}" dt="2024-05-20T05:00:30.494" v="567" actId="20577"/>
          <ac:spMkLst>
            <pc:docMk/>
            <pc:sldMk cId="2993386933" sldId="257"/>
            <ac:spMk id="4" creationId="{43C43000-26D1-6391-A0EF-BE1AB63026B7}"/>
          </ac:spMkLst>
        </pc:spChg>
      </pc:sldChg>
      <pc:sldChg chg="delSp modSp mod">
        <pc:chgData name="Tianhong Xu" userId="21726d714b1d0e7e" providerId="LiveId" clId="{AAD55E44-1C84-44CE-9B91-A94FFFBC0471}" dt="2024-05-20T05:22:27.053" v="2496" actId="20577"/>
        <pc:sldMkLst>
          <pc:docMk/>
          <pc:sldMk cId="628109435" sldId="258"/>
        </pc:sldMkLst>
        <pc:spChg chg="mod">
          <ac:chgData name="Tianhong Xu" userId="21726d714b1d0e7e" providerId="LiveId" clId="{AAD55E44-1C84-44CE-9B91-A94FFFBC0471}" dt="2024-05-20T05:22:27.053" v="2496" actId="20577"/>
          <ac:spMkLst>
            <pc:docMk/>
            <pc:sldMk cId="628109435" sldId="258"/>
            <ac:spMk id="7" creationId="{60326DC9-B7B6-84B8-9865-E5D5D7C5DB20}"/>
          </ac:spMkLst>
        </pc:spChg>
        <pc:picChg chg="del mod">
          <ac:chgData name="Tianhong Xu" userId="21726d714b1d0e7e" providerId="LiveId" clId="{AAD55E44-1C84-44CE-9B91-A94FFFBC0471}" dt="2024-05-20T05:10:43.666" v="747" actId="21"/>
          <ac:picMkLst>
            <pc:docMk/>
            <pc:sldMk cId="628109435" sldId="258"/>
            <ac:picMk id="5" creationId="{F62400B2-3778-CCDA-4869-4E32CC8D5725}"/>
          </ac:picMkLst>
        </pc:picChg>
      </pc:sldChg>
      <pc:sldChg chg="modSp mod">
        <pc:chgData name="Tianhong Xu" userId="21726d714b1d0e7e" providerId="LiveId" clId="{AAD55E44-1C84-44CE-9B91-A94FFFBC0471}" dt="2024-05-20T05:02:01.429" v="580" actId="20577"/>
        <pc:sldMkLst>
          <pc:docMk/>
          <pc:sldMk cId="2490612006" sldId="259"/>
        </pc:sldMkLst>
        <pc:spChg chg="mod">
          <ac:chgData name="Tianhong Xu" userId="21726d714b1d0e7e" providerId="LiveId" clId="{AAD55E44-1C84-44CE-9B91-A94FFFBC0471}" dt="2024-05-20T05:02:01.429" v="580" actId="20577"/>
          <ac:spMkLst>
            <pc:docMk/>
            <pc:sldMk cId="2490612006" sldId="259"/>
            <ac:spMk id="4" creationId="{4D216E9E-FF27-02F5-D603-64B9DF1E5600}"/>
          </ac:spMkLst>
        </pc:spChg>
      </pc:sldChg>
      <pc:sldChg chg="addSp delSp modSp new mod">
        <pc:chgData name="Tianhong Xu" userId="21726d714b1d0e7e" providerId="LiveId" clId="{AAD55E44-1C84-44CE-9B91-A94FFFBC0471}" dt="2024-05-20T05:22:57.688" v="2506" actId="1076"/>
        <pc:sldMkLst>
          <pc:docMk/>
          <pc:sldMk cId="2657800014" sldId="260"/>
        </pc:sldMkLst>
        <pc:spChg chg="del">
          <ac:chgData name="Tianhong Xu" userId="21726d714b1d0e7e" providerId="LiveId" clId="{AAD55E44-1C84-44CE-9B91-A94FFFBC0471}" dt="2024-05-20T05:22:34.006" v="2498" actId="478"/>
          <ac:spMkLst>
            <pc:docMk/>
            <pc:sldMk cId="2657800014" sldId="260"/>
            <ac:spMk id="2" creationId="{C2052F3D-73A6-0E73-A29C-AB86FFCC0891}"/>
          </ac:spMkLst>
        </pc:spChg>
        <pc:spChg chg="del">
          <ac:chgData name="Tianhong Xu" userId="21726d714b1d0e7e" providerId="LiveId" clId="{AAD55E44-1C84-44CE-9B91-A94FFFBC0471}" dt="2024-05-20T05:22:34.006" v="2498" actId="478"/>
          <ac:spMkLst>
            <pc:docMk/>
            <pc:sldMk cId="2657800014" sldId="260"/>
            <ac:spMk id="3" creationId="{50CD43B6-9E4E-EE9F-8573-6FC371B89D5C}"/>
          </ac:spMkLst>
        </pc:spChg>
        <pc:spChg chg="add mod">
          <ac:chgData name="Tianhong Xu" userId="21726d714b1d0e7e" providerId="LiveId" clId="{AAD55E44-1C84-44CE-9B91-A94FFFBC0471}" dt="2024-05-20T05:22:57.688" v="2506" actId="1076"/>
          <ac:spMkLst>
            <pc:docMk/>
            <pc:sldMk cId="2657800014" sldId="260"/>
            <ac:spMk id="6" creationId="{49EA79B9-C822-A1C7-FD75-0061904593C2}"/>
          </ac:spMkLst>
        </pc:spChg>
        <pc:picChg chg="add mod">
          <ac:chgData name="Tianhong Xu" userId="21726d714b1d0e7e" providerId="LiveId" clId="{AAD55E44-1C84-44CE-9B91-A94FFFBC0471}" dt="2024-05-20T05:22:43.823" v="2503" actId="1076"/>
          <ac:picMkLst>
            <pc:docMk/>
            <pc:sldMk cId="2657800014" sldId="260"/>
            <ac:picMk id="4" creationId="{F62400B2-3778-CCDA-4869-4E32CC8D5725}"/>
          </ac:picMkLst>
        </pc:picChg>
      </pc:sldChg>
    </pc:docChg>
  </pc:docChgLst>
  <pc:docChgLst>
    <pc:chgData name="White Cyril" userId="21726d714b1d0e7e" providerId="LiveId" clId="{55007B5D-0E3B-4D39-BEAE-298C94DF1C16}"/>
    <pc:docChg chg="undo custSel addSld modSld sldOrd">
      <pc:chgData name="White Cyril" userId="21726d714b1d0e7e" providerId="LiveId" clId="{55007B5D-0E3B-4D39-BEAE-298C94DF1C16}" dt="2023-05-16T06:49:34.623" v="1308" actId="1076"/>
      <pc:docMkLst>
        <pc:docMk/>
      </pc:docMkLst>
      <pc:sldChg chg="addSp delSp modSp new mod ord">
        <pc:chgData name="White Cyril" userId="21726d714b1d0e7e" providerId="LiveId" clId="{55007B5D-0E3B-4D39-BEAE-298C94DF1C16}" dt="2023-05-16T03:06:01.141" v="18"/>
        <pc:sldMkLst>
          <pc:docMk/>
          <pc:sldMk cId="1745775407" sldId="256"/>
        </pc:sldMkLst>
        <pc:spChg chg="del">
          <ac:chgData name="White Cyril" userId="21726d714b1d0e7e" providerId="LiveId" clId="{55007B5D-0E3B-4D39-BEAE-298C94DF1C16}" dt="2023-05-16T02:42:46.547" v="1" actId="478"/>
          <ac:spMkLst>
            <pc:docMk/>
            <pc:sldMk cId="1745775407" sldId="256"/>
            <ac:spMk id="2" creationId="{F9FE70AC-B2A6-6BCC-0736-550D99669022}"/>
          </ac:spMkLst>
        </pc:spChg>
        <pc:spChg chg="del">
          <ac:chgData name="White Cyril" userId="21726d714b1d0e7e" providerId="LiveId" clId="{55007B5D-0E3B-4D39-BEAE-298C94DF1C16}" dt="2023-05-16T02:42:46.547" v="1" actId="478"/>
          <ac:spMkLst>
            <pc:docMk/>
            <pc:sldMk cId="1745775407" sldId="256"/>
            <ac:spMk id="3" creationId="{D03608BA-4F79-4409-8169-76F4D4B4D855}"/>
          </ac:spMkLst>
        </pc:spChg>
        <pc:spChg chg="add mod">
          <ac:chgData name="White Cyril" userId="21726d714b1d0e7e" providerId="LiveId" clId="{55007B5D-0E3B-4D39-BEAE-298C94DF1C16}" dt="2023-05-16T03:05:59.236" v="16" actId="20577"/>
          <ac:spMkLst>
            <pc:docMk/>
            <pc:sldMk cId="1745775407" sldId="256"/>
            <ac:spMk id="6" creationId="{7A696C87-55C1-8E45-B4F5-6FA5B23FA0B3}"/>
          </ac:spMkLst>
        </pc:spChg>
        <pc:picChg chg="add">
          <ac:chgData name="White Cyril" userId="21726d714b1d0e7e" providerId="LiveId" clId="{55007B5D-0E3B-4D39-BEAE-298C94DF1C16}" dt="2023-05-16T03:03:37.490" v="2" actId="22"/>
          <ac:picMkLst>
            <pc:docMk/>
            <pc:sldMk cId="1745775407" sldId="256"/>
            <ac:picMk id="5" creationId="{B57AE017-B477-6D54-25A2-789089211A57}"/>
          </ac:picMkLst>
        </pc:picChg>
      </pc:sldChg>
      <pc:sldChg chg="addSp delSp modSp new mod ord">
        <pc:chgData name="White Cyril" userId="21726d714b1d0e7e" providerId="LiveId" clId="{55007B5D-0E3B-4D39-BEAE-298C94DF1C16}" dt="2023-05-16T06:39:13.803" v="91" actId="20577"/>
        <pc:sldMkLst>
          <pc:docMk/>
          <pc:sldMk cId="2993386933" sldId="257"/>
        </pc:sldMkLst>
        <pc:spChg chg="del">
          <ac:chgData name="White Cyril" userId="21726d714b1d0e7e" providerId="LiveId" clId="{55007B5D-0E3B-4D39-BEAE-298C94DF1C16}" dt="2023-05-16T03:03:55.735" v="10" actId="478"/>
          <ac:spMkLst>
            <pc:docMk/>
            <pc:sldMk cId="2993386933" sldId="257"/>
            <ac:spMk id="2" creationId="{C9B94E37-2D7F-0381-2847-2D175D61EE19}"/>
          </ac:spMkLst>
        </pc:spChg>
        <pc:spChg chg="del">
          <ac:chgData name="White Cyril" userId="21726d714b1d0e7e" providerId="LiveId" clId="{55007B5D-0E3B-4D39-BEAE-298C94DF1C16}" dt="2023-05-16T03:03:55.735" v="10" actId="478"/>
          <ac:spMkLst>
            <pc:docMk/>
            <pc:sldMk cId="2993386933" sldId="257"/>
            <ac:spMk id="3" creationId="{47FAB6D2-675F-EF66-AC7A-40E7FAFF8BCF}"/>
          </ac:spMkLst>
        </pc:spChg>
        <pc:spChg chg="add mod">
          <ac:chgData name="White Cyril" userId="21726d714b1d0e7e" providerId="LiveId" clId="{55007B5D-0E3B-4D39-BEAE-298C94DF1C16}" dt="2023-05-16T06:39:13.803" v="91" actId="20577"/>
          <ac:spMkLst>
            <pc:docMk/>
            <pc:sldMk cId="2993386933" sldId="257"/>
            <ac:spMk id="4" creationId="{43C43000-26D1-6391-A0EF-BE1AB63026B7}"/>
          </ac:spMkLst>
        </pc:spChg>
        <pc:spChg chg="add del">
          <ac:chgData name="White Cyril" userId="21726d714b1d0e7e" providerId="LiveId" clId="{55007B5D-0E3B-4D39-BEAE-298C94DF1C16}" dt="2023-05-16T06:38:26.700" v="80" actId="22"/>
          <ac:spMkLst>
            <pc:docMk/>
            <pc:sldMk cId="2993386933" sldId="257"/>
            <ac:spMk id="8" creationId="{724FC42E-EB81-0108-9E99-D283B96FBC93}"/>
          </ac:spMkLst>
        </pc:spChg>
        <pc:picChg chg="add del mod">
          <ac:chgData name="White Cyril" userId="21726d714b1d0e7e" providerId="LiveId" clId="{55007B5D-0E3B-4D39-BEAE-298C94DF1C16}" dt="2023-05-16T03:07:27.454" v="76" actId="478"/>
          <ac:picMkLst>
            <pc:docMk/>
            <pc:sldMk cId="2993386933" sldId="257"/>
            <ac:picMk id="6" creationId="{A482FB70-6CF5-D622-1A47-AC7905BCE571}"/>
          </ac:picMkLst>
        </pc:picChg>
      </pc:sldChg>
      <pc:sldChg chg="addSp delSp modSp new mod">
        <pc:chgData name="White Cyril" userId="21726d714b1d0e7e" providerId="LiveId" clId="{55007B5D-0E3B-4D39-BEAE-298C94DF1C16}" dt="2023-05-16T06:40:45.880" v="102" actId="1076"/>
        <pc:sldMkLst>
          <pc:docMk/>
          <pc:sldMk cId="628109435" sldId="258"/>
        </pc:sldMkLst>
        <pc:spChg chg="del">
          <ac:chgData name="White Cyril" userId="21726d714b1d0e7e" providerId="LiveId" clId="{55007B5D-0E3B-4D39-BEAE-298C94DF1C16}" dt="2023-05-16T06:38:30.227" v="82" actId="478"/>
          <ac:spMkLst>
            <pc:docMk/>
            <pc:sldMk cId="628109435" sldId="258"/>
            <ac:spMk id="2" creationId="{ED445CE5-0123-A3BB-C759-1D5B5A6419A8}"/>
          </ac:spMkLst>
        </pc:spChg>
        <pc:spChg chg="del">
          <ac:chgData name="White Cyril" userId="21726d714b1d0e7e" providerId="LiveId" clId="{55007B5D-0E3B-4D39-BEAE-298C94DF1C16}" dt="2023-05-16T06:38:30.227" v="82" actId="478"/>
          <ac:spMkLst>
            <pc:docMk/>
            <pc:sldMk cId="628109435" sldId="258"/>
            <ac:spMk id="3" creationId="{1EF644C8-585A-50DB-8CCB-04635A2DB2A6}"/>
          </ac:spMkLst>
        </pc:spChg>
        <pc:spChg chg="add mod">
          <ac:chgData name="White Cyril" userId="21726d714b1d0e7e" providerId="LiveId" clId="{55007B5D-0E3B-4D39-BEAE-298C94DF1C16}" dt="2023-05-16T06:40:45.880" v="102" actId="1076"/>
          <ac:spMkLst>
            <pc:docMk/>
            <pc:sldMk cId="628109435" sldId="258"/>
            <ac:spMk id="7" creationId="{60326DC9-B7B6-84B8-9865-E5D5D7C5DB20}"/>
          </ac:spMkLst>
        </pc:spChg>
        <pc:spChg chg="add mod">
          <ac:chgData name="White Cyril" userId="21726d714b1d0e7e" providerId="LiveId" clId="{55007B5D-0E3B-4D39-BEAE-298C94DF1C16}" dt="2023-05-16T06:40:40.398" v="101" actId="2085"/>
          <ac:spMkLst>
            <pc:docMk/>
            <pc:sldMk cId="628109435" sldId="258"/>
            <ac:spMk id="8" creationId="{757E3631-EC1C-1AA5-9C3A-AC70552632EF}"/>
          </ac:spMkLst>
        </pc:spChg>
        <pc:picChg chg="add">
          <ac:chgData name="White Cyril" userId="21726d714b1d0e7e" providerId="LiveId" clId="{55007B5D-0E3B-4D39-BEAE-298C94DF1C16}" dt="2023-05-16T06:40:09.258" v="92" actId="22"/>
          <ac:picMkLst>
            <pc:docMk/>
            <pc:sldMk cId="628109435" sldId="258"/>
            <ac:picMk id="5" creationId="{F62400B2-3778-CCDA-4869-4E32CC8D5725}"/>
          </ac:picMkLst>
        </pc:picChg>
      </pc:sldChg>
      <pc:sldChg chg="addSp delSp modSp new mod">
        <pc:chgData name="White Cyril" userId="21726d714b1d0e7e" providerId="LiveId" clId="{55007B5D-0E3B-4D39-BEAE-298C94DF1C16}" dt="2023-05-16T06:49:34.623" v="1308" actId="1076"/>
        <pc:sldMkLst>
          <pc:docMk/>
          <pc:sldMk cId="2490612006" sldId="259"/>
        </pc:sldMkLst>
        <pc:spChg chg="del">
          <ac:chgData name="White Cyril" userId="21726d714b1d0e7e" providerId="LiveId" clId="{55007B5D-0E3B-4D39-BEAE-298C94DF1C16}" dt="2023-05-16T06:40:54.459" v="104" actId="478"/>
          <ac:spMkLst>
            <pc:docMk/>
            <pc:sldMk cId="2490612006" sldId="259"/>
            <ac:spMk id="2" creationId="{2DB0E1DB-7F8F-3F99-8A58-CC5C15340A9E}"/>
          </ac:spMkLst>
        </pc:spChg>
        <pc:spChg chg="del">
          <ac:chgData name="White Cyril" userId="21726d714b1d0e7e" providerId="LiveId" clId="{55007B5D-0E3B-4D39-BEAE-298C94DF1C16}" dt="2023-05-16T06:40:54.459" v="104" actId="478"/>
          <ac:spMkLst>
            <pc:docMk/>
            <pc:sldMk cId="2490612006" sldId="259"/>
            <ac:spMk id="3" creationId="{49239657-1BEA-CF35-BC04-0AC55C59B7CF}"/>
          </ac:spMkLst>
        </pc:spChg>
        <pc:spChg chg="add mod">
          <ac:chgData name="White Cyril" userId="21726d714b1d0e7e" providerId="LiveId" clId="{55007B5D-0E3B-4D39-BEAE-298C94DF1C16}" dt="2023-05-16T06:49:34.623" v="1308" actId="1076"/>
          <ac:spMkLst>
            <pc:docMk/>
            <pc:sldMk cId="2490612006" sldId="259"/>
            <ac:spMk id="4" creationId="{4D216E9E-FF27-02F5-D603-64B9DF1E5600}"/>
          </ac:spMkLst>
        </pc:spChg>
      </pc:sldChg>
      <pc:sldMasterChg chg="addSldLayout">
        <pc:chgData name="White Cyril" userId="21726d714b1d0e7e" providerId="LiveId" clId="{55007B5D-0E3B-4D39-BEAE-298C94DF1C16}" dt="2023-05-16T02:42:44.965" v="0" actId="680"/>
        <pc:sldMasterMkLst>
          <pc:docMk/>
          <pc:sldMasterMk cId="611054978" sldId="2147483648"/>
        </pc:sldMasterMkLst>
        <pc:sldLayoutChg chg="add">
          <pc:chgData name="White Cyril" userId="21726d714b1d0e7e" providerId="LiveId" clId="{55007B5D-0E3B-4D39-BEAE-298C94DF1C16}" dt="2023-05-16T02:42:44.965" v="0" actId="680"/>
          <pc:sldLayoutMkLst>
            <pc:docMk/>
            <pc:sldMasterMk cId="611054978" sldId="2147483648"/>
            <pc:sldLayoutMk cId="1266836019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865292-4984-0675-0919-72A51CA7FF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AA68E15-CA58-1C35-55A5-711B5E6AB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266836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1054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57AE017-B477-6D54-25A2-789089211A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730" b="71342"/>
          <a:stretch/>
        </p:blipFill>
        <p:spPr>
          <a:xfrm>
            <a:off x="421341" y="804012"/>
            <a:ext cx="11212490" cy="82769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A696C87-55C1-8E45-B4F5-6FA5B23FA0B3}"/>
              </a:ext>
            </a:extLst>
          </p:cNvPr>
          <p:cNvSpPr txBox="1"/>
          <p:nvPr/>
        </p:nvSpPr>
        <p:spPr>
          <a:xfrm>
            <a:off x="481513" y="166358"/>
            <a:ext cx="10266736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下面的结构体被设计用来在图形屏幕上存储对象的信息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The following structures are designed to </a:t>
            </a:r>
            <a:r>
              <a:rPr lang="en-US" altLang="zh-CN" dirty="0" err="1"/>
              <a:t>storc</a:t>
            </a:r>
            <a:r>
              <a:rPr lang="en-US" altLang="zh-CN" dirty="0"/>
              <a:t> information about objects on a </a:t>
            </a:r>
            <a:r>
              <a:rPr lang="en-US" altLang="zh-CN" dirty="0" err="1"/>
              <a:t>graphicsd</a:t>
            </a:r>
            <a:r>
              <a:rPr lang="en-US" altLang="zh-CN" dirty="0"/>
              <a:t> screen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point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结构存储了屏幕上点的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坐标和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坐标。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rectangle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结构存储矩形的左上角和右下角的坐标。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 point structure stores the x and y coordinates of a point on the screen. A rectangle structure stores the coordinates of the upper left and lower right corners of a rectangle. 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编写函数，对作为参数传递的矩形结构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执行以下操作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</a:p>
          <a:p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(a)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计算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的面积。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(b)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计算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的中心，将其作为点值返回。如果中心的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坐标不是整数，则将其截断值存储在点结构中。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(c)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方向上移动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 x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个单位，在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方向上移动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个单位，返回修改后的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(x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是函数的附加参数。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(d)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确定点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是否位于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内，返回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true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false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(p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struct point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类型的附加参数。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Write functions that perform the following operations on a rectangle structure r passed as an argument:</a:t>
            </a:r>
          </a:p>
          <a:p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(a) Compute the area of r.</a:t>
            </a:r>
          </a:p>
          <a:p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(b) Compute the center of r. returning it as a point value. If either the x or y coordinate of the center isn't an integer, store its truncated value in the point structure.</a:t>
            </a:r>
          </a:p>
          <a:p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(c) Move r by x units in the x direction and y units in the y direction, returning the modified version of r. (x and y are additional arguments to the function.)</a:t>
            </a:r>
          </a:p>
          <a:p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(d) Determine whether a point p lies within x. returning true or false. (p is an additional argument of 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ype struct point.)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775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3C43000-26D1-6391-A0EF-BE1AB63026B7}"/>
              </a:ext>
            </a:extLst>
          </p:cNvPr>
          <p:cNvSpPr txBox="1"/>
          <p:nvPr/>
        </p:nvSpPr>
        <p:spPr>
          <a:xfrm>
            <a:off x="779929" y="403412"/>
            <a:ext cx="1043491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 </a:t>
            </a:r>
            <a:r>
              <a:rPr lang="zh-CN" altLang="en-US" dirty="0"/>
              <a:t>颜色结构体定义如下：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假设图片的分辨率是</a:t>
            </a:r>
            <a:r>
              <a:rPr lang="en-US" altLang="zh-CN" dirty="0"/>
              <a:t>300x300</a:t>
            </a:r>
            <a:r>
              <a:rPr lang="zh-CN" altLang="en-US" dirty="0"/>
              <a:t>，也就是说，你需要定义一个</a:t>
            </a:r>
            <a:r>
              <a:rPr lang="en-US" altLang="zh-CN" dirty="0"/>
              <a:t>300x300</a:t>
            </a:r>
            <a:r>
              <a:rPr lang="zh-CN" altLang="en-US" dirty="0"/>
              <a:t>的二维矩阵，其中保存着每一个像素点的三通道：红、绿、蓝，具体的数值随机生成，在</a:t>
            </a:r>
            <a:r>
              <a:rPr lang="en-US" altLang="zh-CN" dirty="0"/>
              <a:t>0-255</a:t>
            </a:r>
            <a:r>
              <a:rPr lang="zh-CN" altLang="en-US" dirty="0"/>
              <a:t>之间。把矩阵输出到一个文件中。</a:t>
            </a:r>
            <a:endParaRPr lang="en-US" altLang="zh-CN" dirty="0"/>
          </a:p>
          <a:p>
            <a:r>
              <a:rPr lang="en-US" altLang="zh-CN" dirty="0"/>
              <a:t>Suppose the resolution of the picture is 300 x 300, that is, you need to create a two-dimensional array of 300 x 300 pixels, each of which stores information in three channels: red, green, and blue. The color value is a random integer between 0-255,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output the array to a file.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482FB70-6CF5-D622-1A47-AC7905BCE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29" y="772744"/>
            <a:ext cx="4753638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386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60326DC9-B7B6-84B8-9865-E5D5D7C5DB20}"/>
              </a:ext>
            </a:extLst>
          </p:cNvPr>
          <p:cNvSpPr txBox="1"/>
          <p:nvPr/>
        </p:nvSpPr>
        <p:spPr>
          <a:xfrm>
            <a:off x="556457" y="369332"/>
            <a:ext cx="1128613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3. </a:t>
            </a:r>
            <a:r>
              <a:rPr lang="zh-CN" altLang="en-US" dirty="0"/>
              <a:t>使用第二题中定义的</a:t>
            </a:r>
            <a:r>
              <a:rPr lang="en-US" altLang="zh-CN" dirty="0"/>
              <a:t>color</a:t>
            </a:r>
            <a:r>
              <a:rPr lang="zh-CN" altLang="en-US" dirty="0"/>
              <a:t>结构体，编写以下函数：</a:t>
            </a:r>
            <a:endParaRPr lang="en-US" altLang="zh-CN" dirty="0"/>
          </a:p>
          <a:p>
            <a:r>
              <a:rPr lang="en-US" altLang="zh-CN" dirty="0"/>
              <a:t>(a) struct color </a:t>
            </a:r>
            <a:r>
              <a:rPr lang="en-US" altLang="zh-CN" dirty="0" err="1"/>
              <a:t>make_color</a:t>
            </a:r>
            <a:r>
              <a:rPr lang="en-US" altLang="zh-CN" dirty="0"/>
              <a:t>(int red, int green, int blue)</a:t>
            </a:r>
          </a:p>
          <a:p>
            <a:r>
              <a:rPr lang="zh-CN" altLang="en-US" dirty="0"/>
              <a:t>返回一个</a:t>
            </a:r>
            <a:r>
              <a:rPr lang="en-US" altLang="zh-CN" dirty="0"/>
              <a:t>color</a:t>
            </a:r>
            <a:r>
              <a:rPr lang="zh-CN" altLang="en-US" dirty="0"/>
              <a:t>结构体，包含特定的红、绿、蓝值。如果任何一个参数小于</a:t>
            </a:r>
            <a:r>
              <a:rPr lang="en-US" altLang="zh-CN" dirty="0"/>
              <a:t>0</a:t>
            </a:r>
            <a:r>
              <a:rPr lang="zh-CN" altLang="en-US" dirty="0"/>
              <a:t>，结构体中相应的成员设为</a:t>
            </a:r>
            <a:r>
              <a:rPr lang="en-US" altLang="zh-CN" dirty="0"/>
              <a:t>0</a:t>
            </a:r>
            <a:r>
              <a:rPr lang="zh-CN" altLang="en-US" dirty="0"/>
              <a:t>，如果大于</a:t>
            </a:r>
            <a:r>
              <a:rPr lang="en-US" altLang="zh-CN" dirty="0"/>
              <a:t>255</a:t>
            </a:r>
            <a:r>
              <a:rPr lang="zh-CN" altLang="en-US" dirty="0"/>
              <a:t>则设为</a:t>
            </a:r>
            <a:r>
              <a:rPr lang="en-US" altLang="zh-CN" dirty="0"/>
              <a:t>255</a:t>
            </a:r>
          </a:p>
          <a:p>
            <a:r>
              <a:rPr lang="en-US" altLang="zh-CN" dirty="0"/>
              <a:t>(b) Int </a:t>
            </a:r>
            <a:r>
              <a:rPr lang="en-US" altLang="zh-CN" dirty="0" err="1"/>
              <a:t>getRed</a:t>
            </a:r>
            <a:r>
              <a:rPr lang="en-US" altLang="zh-CN" dirty="0"/>
              <a:t>(struct color c)</a:t>
            </a:r>
          </a:p>
          <a:p>
            <a:r>
              <a:rPr lang="zh-CN" altLang="en-US" dirty="0"/>
              <a:t>返回结构体</a:t>
            </a:r>
            <a:r>
              <a:rPr lang="en-US" altLang="zh-CN" dirty="0"/>
              <a:t>C</a:t>
            </a:r>
            <a:r>
              <a:rPr lang="zh-CN" altLang="en-US" dirty="0"/>
              <a:t>的红色值</a:t>
            </a:r>
            <a:endParaRPr lang="en-US" altLang="zh-CN" dirty="0"/>
          </a:p>
          <a:p>
            <a:r>
              <a:rPr lang="en-US" altLang="zh-CN" dirty="0"/>
              <a:t>(c) Bool </a:t>
            </a:r>
            <a:r>
              <a:rPr lang="en-US" altLang="zh-CN" dirty="0" err="1"/>
              <a:t>equal_color</a:t>
            </a:r>
            <a:r>
              <a:rPr lang="en-US" altLang="zh-CN" dirty="0"/>
              <a:t>(struct color color1, struct color color2)</a:t>
            </a:r>
          </a:p>
          <a:p>
            <a:r>
              <a:rPr lang="zh-CN" altLang="en-US" dirty="0"/>
              <a:t>如果</a:t>
            </a:r>
            <a:r>
              <a:rPr lang="en-US" altLang="zh-CN" dirty="0"/>
              <a:t>color1</a:t>
            </a:r>
            <a:r>
              <a:rPr lang="zh-CN" altLang="en-US" dirty="0"/>
              <a:t>和</a:t>
            </a:r>
            <a:r>
              <a:rPr lang="en-US" altLang="zh-CN" dirty="0"/>
              <a:t>color2</a:t>
            </a:r>
            <a:r>
              <a:rPr lang="zh-CN" altLang="en-US" dirty="0"/>
              <a:t>的所有成员都相等，则返回</a:t>
            </a:r>
            <a:r>
              <a:rPr lang="en-US" altLang="zh-CN" dirty="0"/>
              <a:t>true</a:t>
            </a:r>
          </a:p>
          <a:p>
            <a:r>
              <a:rPr lang="en-US" altLang="zh-CN" dirty="0"/>
              <a:t>(d) Struct color brighter(struct color c)</a:t>
            </a:r>
          </a:p>
          <a:p>
            <a:r>
              <a:rPr lang="zh-CN" altLang="en-US" dirty="0"/>
              <a:t>返回一个</a:t>
            </a:r>
            <a:r>
              <a:rPr lang="en-US" altLang="zh-CN" dirty="0"/>
              <a:t>color</a:t>
            </a:r>
            <a:r>
              <a:rPr lang="zh-CN" altLang="en-US" dirty="0"/>
              <a:t>结构体，表示颜色</a:t>
            </a:r>
            <a:r>
              <a:rPr lang="en-US" altLang="zh-CN" dirty="0"/>
              <a:t>c</a:t>
            </a:r>
            <a:r>
              <a:rPr lang="zh-CN" altLang="en-US" dirty="0"/>
              <a:t>的一个更亮的版本。该结构体的所有成员值都为</a:t>
            </a:r>
            <a:r>
              <a:rPr lang="en-US" altLang="zh-CN" dirty="0"/>
              <a:t>C</a:t>
            </a:r>
            <a:r>
              <a:rPr lang="zh-CN" altLang="en-US" dirty="0"/>
              <a:t>的值除以</a:t>
            </a:r>
            <a:r>
              <a:rPr lang="en-US" altLang="zh-CN" dirty="0"/>
              <a:t>0.7</a:t>
            </a:r>
            <a:r>
              <a:rPr lang="zh-CN" altLang="en-US" dirty="0"/>
              <a:t>，结果截断为整数。然而有三种特殊情况，（</a:t>
            </a:r>
            <a:r>
              <a:rPr lang="en-US" altLang="zh-CN" dirty="0"/>
              <a:t>1</a:t>
            </a:r>
            <a:r>
              <a:rPr lang="zh-CN" altLang="en-US" dirty="0"/>
              <a:t>）如果</a:t>
            </a:r>
            <a:r>
              <a:rPr lang="en-US" altLang="zh-CN" dirty="0"/>
              <a:t>c</a:t>
            </a:r>
            <a:r>
              <a:rPr lang="zh-CN" altLang="en-US" dirty="0"/>
              <a:t>的所有成员值都是</a:t>
            </a:r>
            <a:r>
              <a:rPr lang="en-US" altLang="zh-CN" dirty="0"/>
              <a:t>0</a:t>
            </a:r>
            <a:r>
              <a:rPr lang="zh-CN" altLang="en-US" dirty="0"/>
              <a:t>，函数返回一个颜色，其所有成员均为</a:t>
            </a:r>
            <a:r>
              <a:rPr lang="en-US" altLang="zh-CN" dirty="0"/>
              <a:t>3</a:t>
            </a:r>
            <a:r>
              <a:rPr lang="zh-CN" altLang="en-US" dirty="0"/>
              <a:t> （</a:t>
            </a:r>
            <a:r>
              <a:rPr lang="en-US" altLang="zh-CN" dirty="0"/>
              <a:t>2</a:t>
            </a:r>
            <a:r>
              <a:rPr lang="zh-CN" altLang="en-US" dirty="0"/>
              <a:t>）如果</a:t>
            </a:r>
            <a:r>
              <a:rPr lang="en-US" altLang="zh-CN" dirty="0"/>
              <a:t>c</a:t>
            </a:r>
            <a:r>
              <a:rPr lang="zh-CN" altLang="en-US" dirty="0"/>
              <a:t>中有任何一个成员大于</a:t>
            </a:r>
            <a:r>
              <a:rPr lang="en-US" altLang="zh-CN" dirty="0"/>
              <a:t>0</a:t>
            </a:r>
            <a:r>
              <a:rPr lang="zh-CN" altLang="en-US" dirty="0"/>
              <a:t>但小于</a:t>
            </a:r>
            <a:r>
              <a:rPr lang="en-US" altLang="zh-CN" dirty="0"/>
              <a:t>3</a:t>
            </a:r>
            <a:r>
              <a:rPr lang="zh-CN" altLang="en-US" dirty="0"/>
              <a:t>，则在除以</a:t>
            </a:r>
            <a:r>
              <a:rPr lang="en-US" altLang="zh-CN" dirty="0"/>
              <a:t>0.7</a:t>
            </a:r>
            <a:r>
              <a:rPr lang="zh-CN" altLang="en-US" dirty="0"/>
              <a:t>之前用</a:t>
            </a:r>
            <a:r>
              <a:rPr lang="en-US" altLang="zh-CN" dirty="0"/>
              <a:t>3</a:t>
            </a:r>
            <a:r>
              <a:rPr lang="zh-CN" altLang="en-US" dirty="0"/>
              <a:t>代替 （</a:t>
            </a:r>
            <a:r>
              <a:rPr lang="en-US" altLang="zh-CN" dirty="0"/>
              <a:t>3</a:t>
            </a:r>
            <a:r>
              <a:rPr lang="zh-CN" altLang="en-US" dirty="0"/>
              <a:t>）如果除以</a:t>
            </a:r>
            <a:r>
              <a:rPr lang="en-US" altLang="zh-CN" dirty="0"/>
              <a:t>0.7</a:t>
            </a:r>
            <a:r>
              <a:rPr lang="zh-CN" altLang="en-US" dirty="0"/>
              <a:t>导致任何一个元素大于</a:t>
            </a:r>
            <a:r>
              <a:rPr lang="en-US" altLang="zh-CN" dirty="0"/>
              <a:t>255</a:t>
            </a:r>
            <a:r>
              <a:rPr lang="zh-CN" altLang="en-US" dirty="0"/>
              <a:t>，则将其减少为</a:t>
            </a:r>
            <a:r>
              <a:rPr lang="en-US" altLang="zh-CN" dirty="0"/>
              <a:t>255</a:t>
            </a:r>
          </a:p>
          <a:p>
            <a:r>
              <a:rPr lang="en-US" altLang="zh-CN" dirty="0"/>
              <a:t>(e) Struct color darker (struct color c)</a:t>
            </a:r>
          </a:p>
          <a:p>
            <a:r>
              <a:rPr lang="zh-CN" altLang="en-US" dirty="0"/>
              <a:t>返回一个颜色结构，表示颜色</a:t>
            </a:r>
            <a:r>
              <a:rPr lang="en-US" altLang="zh-CN" dirty="0"/>
              <a:t>c</a:t>
            </a:r>
            <a:r>
              <a:rPr lang="zh-CN" altLang="en-US" dirty="0"/>
              <a:t>的一个更暗的版本。该结构体的所有成员值都为</a:t>
            </a:r>
            <a:r>
              <a:rPr lang="en-US" altLang="zh-CN" dirty="0"/>
              <a:t>C</a:t>
            </a:r>
            <a:r>
              <a:rPr lang="zh-CN" altLang="en-US" dirty="0"/>
              <a:t>的值乘</a:t>
            </a:r>
            <a:r>
              <a:rPr lang="en-US" altLang="zh-CN" dirty="0"/>
              <a:t>0.7</a:t>
            </a:r>
            <a:r>
              <a:rPr lang="zh-CN" altLang="en-US" dirty="0"/>
              <a:t>，结果截断为整数。</a:t>
            </a:r>
            <a:endParaRPr lang="en-US" altLang="zh-CN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57E3631-EC1C-1AA5-9C3A-AC70552632EF}"/>
              </a:ext>
            </a:extLst>
          </p:cNvPr>
          <p:cNvSpPr/>
          <p:nvPr/>
        </p:nvSpPr>
        <p:spPr>
          <a:xfrm>
            <a:off x="4365812" y="0"/>
            <a:ext cx="4921623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8109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62400B2-3778-CCDA-4869-4E32CC8D5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87190"/>
            <a:ext cx="9601200" cy="668361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9EA79B9-C822-A1C7-FD75-0061904593C2}"/>
              </a:ext>
            </a:extLst>
          </p:cNvPr>
          <p:cNvSpPr txBox="1"/>
          <p:nvPr/>
        </p:nvSpPr>
        <p:spPr>
          <a:xfrm>
            <a:off x="604955" y="222353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3.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7800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779</Words>
  <Application>Microsoft Macintosh PowerPoint</Application>
  <PresentationFormat>Widescreen</PresentationFormat>
  <Paragraphs>43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等线</vt:lpstr>
      <vt:lpstr>Arial</vt:lpstr>
      <vt:lpstr>Office 主题​​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White Cyril</dc:creator>
  <cp:lastModifiedBy>pkugeo</cp:lastModifiedBy>
  <cp:revision>2</cp:revision>
  <dcterms:created xsi:type="dcterms:W3CDTF">2023-05-16T02:42:43Z</dcterms:created>
  <dcterms:modified xsi:type="dcterms:W3CDTF">2025-05-29T09:44:48Z</dcterms:modified>
</cp:coreProperties>
</file>