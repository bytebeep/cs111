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ianhong Xu" userId="21726d714b1d0e7e" providerId="LiveId" clId="{684DB85F-8248-4153-A8E6-AE1FF68830AA}"/>
    <pc:docChg chg="custSel addSld modSld">
      <pc:chgData name="Tianhong Xu" userId="21726d714b1d0e7e" providerId="LiveId" clId="{684DB85F-8248-4153-A8E6-AE1FF68830AA}" dt="2024-05-20T04:55:40.627" v="165" actId="1076"/>
      <pc:docMkLst>
        <pc:docMk/>
      </pc:docMkLst>
      <pc:sldChg chg="addSp modSp mod">
        <pc:chgData name="Tianhong Xu" userId="21726d714b1d0e7e" providerId="LiveId" clId="{684DB85F-8248-4153-A8E6-AE1FF68830AA}" dt="2024-05-20T04:48:25.450" v="113" actId="20577"/>
        <pc:sldMkLst>
          <pc:docMk/>
          <pc:sldMk cId="157148071" sldId="256"/>
        </pc:sldMkLst>
        <pc:spChg chg="add mod">
          <ac:chgData name="Tianhong Xu" userId="21726d714b1d0e7e" providerId="LiveId" clId="{684DB85F-8248-4153-A8E6-AE1FF68830AA}" dt="2024-05-20T04:43:40.065" v="17" actId="1076"/>
          <ac:spMkLst>
            <pc:docMk/>
            <pc:sldMk cId="157148071" sldId="256"/>
            <ac:spMk id="2" creationId="{005E9BAF-3B0E-41BF-9E34-FDA21ED96E94}"/>
          </ac:spMkLst>
        </pc:spChg>
        <pc:spChg chg="mod">
          <ac:chgData name="Tianhong Xu" userId="21726d714b1d0e7e" providerId="LiveId" clId="{684DB85F-8248-4153-A8E6-AE1FF68830AA}" dt="2024-05-20T04:48:25.450" v="113" actId="20577"/>
          <ac:spMkLst>
            <pc:docMk/>
            <pc:sldMk cId="157148071" sldId="256"/>
            <ac:spMk id="4" creationId="{30B02974-2CF9-8664-B435-2E49D09893AA}"/>
          </ac:spMkLst>
        </pc:spChg>
      </pc:sldChg>
      <pc:sldChg chg="modSp mod">
        <pc:chgData name="Tianhong Xu" userId="21726d714b1d0e7e" providerId="LiveId" clId="{684DB85F-8248-4153-A8E6-AE1FF68830AA}" dt="2024-05-20T04:51:41.063" v="136"/>
        <pc:sldMkLst>
          <pc:docMk/>
          <pc:sldMk cId="709070183" sldId="257"/>
        </pc:sldMkLst>
        <pc:spChg chg="mod">
          <ac:chgData name="Tianhong Xu" userId="21726d714b1d0e7e" providerId="LiveId" clId="{684DB85F-8248-4153-A8E6-AE1FF68830AA}" dt="2024-05-20T04:51:41.063" v="136"/>
          <ac:spMkLst>
            <pc:docMk/>
            <pc:sldMk cId="709070183" sldId="257"/>
            <ac:spMk id="7" creationId="{1AD2D3B5-E902-D3B5-47FC-E6EAE4E97D4C}"/>
          </ac:spMkLst>
        </pc:spChg>
      </pc:sldChg>
      <pc:sldChg chg="modSp mod">
        <pc:chgData name="Tianhong Xu" userId="21726d714b1d0e7e" providerId="LiveId" clId="{684DB85F-8248-4153-A8E6-AE1FF68830AA}" dt="2024-05-20T04:55:40.627" v="165" actId="1076"/>
        <pc:sldMkLst>
          <pc:docMk/>
          <pc:sldMk cId="1172148761" sldId="258"/>
        </pc:sldMkLst>
        <pc:spChg chg="mod">
          <ac:chgData name="Tianhong Xu" userId="21726d714b1d0e7e" providerId="LiveId" clId="{684DB85F-8248-4153-A8E6-AE1FF68830AA}" dt="2024-05-20T04:55:40.627" v="165" actId="1076"/>
          <ac:spMkLst>
            <pc:docMk/>
            <pc:sldMk cId="1172148761" sldId="258"/>
            <ac:spMk id="4" creationId="{E8C59A1B-2782-BF0C-E717-7C4F404D5C1E}"/>
          </ac:spMkLst>
        </pc:spChg>
      </pc:sldChg>
      <pc:sldChg chg="addSp delSp modSp new mod">
        <pc:chgData name="Tianhong Xu" userId="21726d714b1d0e7e" providerId="LiveId" clId="{684DB85F-8248-4153-A8E6-AE1FF68830AA}" dt="2024-05-20T04:50:38.667" v="126" actId="1076"/>
        <pc:sldMkLst>
          <pc:docMk/>
          <pc:sldMk cId="4045182401" sldId="259"/>
        </pc:sldMkLst>
        <pc:spChg chg="del">
          <ac:chgData name="Tianhong Xu" userId="21726d714b1d0e7e" providerId="LiveId" clId="{684DB85F-8248-4153-A8E6-AE1FF68830AA}" dt="2024-05-20T04:48:33.082" v="115" actId="478"/>
          <ac:spMkLst>
            <pc:docMk/>
            <pc:sldMk cId="4045182401" sldId="259"/>
            <ac:spMk id="2" creationId="{B2B896EA-4202-CAD4-B5AE-D433FBB8BF9C}"/>
          </ac:spMkLst>
        </pc:spChg>
        <pc:spChg chg="del">
          <ac:chgData name="Tianhong Xu" userId="21726d714b1d0e7e" providerId="LiveId" clId="{684DB85F-8248-4153-A8E6-AE1FF68830AA}" dt="2024-05-20T04:48:33.082" v="115" actId="478"/>
          <ac:spMkLst>
            <pc:docMk/>
            <pc:sldMk cId="4045182401" sldId="259"/>
            <ac:spMk id="3" creationId="{4AF75A4D-28D2-99EA-5D9A-C5DCACBF6922}"/>
          </ac:spMkLst>
        </pc:spChg>
        <pc:spChg chg="add mod">
          <ac:chgData name="Tianhong Xu" userId="21726d714b1d0e7e" providerId="LiveId" clId="{684DB85F-8248-4153-A8E6-AE1FF68830AA}" dt="2024-05-20T04:50:38.667" v="126" actId="1076"/>
          <ac:spMkLst>
            <pc:docMk/>
            <pc:sldMk cId="4045182401" sldId="259"/>
            <ac:spMk id="5" creationId="{AFEB36FE-3F17-B3AB-DFB7-28027D9932DA}"/>
          </ac:spMkLst>
        </pc:spChg>
      </pc:sldChg>
      <pc:sldChg chg="addSp delSp modSp new mod">
        <pc:chgData name="Tianhong Xu" userId="21726d714b1d0e7e" providerId="LiveId" clId="{684DB85F-8248-4153-A8E6-AE1FF68830AA}" dt="2024-05-20T04:53:58.652" v="145" actId="1076"/>
        <pc:sldMkLst>
          <pc:docMk/>
          <pc:sldMk cId="1452318679" sldId="260"/>
        </pc:sldMkLst>
        <pc:spChg chg="del">
          <ac:chgData name="Tianhong Xu" userId="21726d714b1d0e7e" providerId="LiveId" clId="{684DB85F-8248-4153-A8E6-AE1FF68830AA}" dt="2024-05-20T04:50:48.288" v="129" actId="478"/>
          <ac:spMkLst>
            <pc:docMk/>
            <pc:sldMk cId="1452318679" sldId="260"/>
            <ac:spMk id="2" creationId="{34E6AE45-76FB-F141-95FA-E5E2F2F1A5CF}"/>
          </ac:spMkLst>
        </pc:spChg>
        <pc:spChg chg="del">
          <ac:chgData name="Tianhong Xu" userId="21726d714b1d0e7e" providerId="LiveId" clId="{684DB85F-8248-4153-A8E6-AE1FF68830AA}" dt="2024-05-20T04:50:48.288" v="129" actId="478"/>
          <ac:spMkLst>
            <pc:docMk/>
            <pc:sldMk cId="1452318679" sldId="260"/>
            <ac:spMk id="3" creationId="{60BC3698-300F-397E-FFD6-9E3BBCF25054}"/>
          </ac:spMkLst>
        </pc:spChg>
        <pc:spChg chg="add mod">
          <ac:chgData name="Tianhong Xu" userId="21726d714b1d0e7e" providerId="LiveId" clId="{684DB85F-8248-4153-A8E6-AE1FF68830AA}" dt="2024-05-20T04:53:58.652" v="145" actId="1076"/>
          <ac:spMkLst>
            <pc:docMk/>
            <pc:sldMk cId="1452318679" sldId="260"/>
            <ac:spMk id="5" creationId="{9B141987-E102-236C-DFE8-B21932EA4116}"/>
          </ac:spMkLst>
        </pc:spChg>
      </pc:sldChg>
    </pc:docChg>
  </pc:docChgLst>
  <pc:docChgLst>
    <pc:chgData name="Tianhong Xu" userId="21726d714b1d0e7e" providerId="LiveId" clId="{1E5C79E2-B974-4D26-BB3E-CA618B06825F}"/>
    <pc:docChg chg="undo custSel addSld delSld modSld">
      <pc:chgData name="Tianhong Xu" userId="21726d714b1d0e7e" providerId="LiveId" clId="{1E5C79E2-B974-4D26-BB3E-CA618B06825F}" dt="2024-05-27T10:18:21.562" v="965" actId="1076"/>
      <pc:docMkLst>
        <pc:docMk/>
      </pc:docMkLst>
      <pc:sldChg chg="addSp delSp modSp mod">
        <pc:chgData name="Tianhong Xu" userId="21726d714b1d0e7e" providerId="LiveId" clId="{1E5C79E2-B974-4D26-BB3E-CA618B06825F}" dt="2024-05-27T09:50:41.601" v="326" actId="1076"/>
        <pc:sldMkLst>
          <pc:docMk/>
          <pc:sldMk cId="157148071" sldId="256"/>
        </pc:sldMkLst>
        <pc:spChg chg="mod">
          <ac:chgData name="Tianhong Xu" userId="21726d714b1d0e7e" providerId="LiveId" clId="{1E5C79E2-B974-4D26-BB3E-CA618B06825F}" dt="2024-05-27T09:49:26.078" v="311" actId="1076"/>
          <ac:spMkLst>
            <pc:docMk/>
            <pc:sldMk cId="157148071" sldId="256"/>
            <ac:spMk id="2" creationId="{005E9BAF-3B0E-41BF-9E34-FDA21ED96E94}"/>
          </ac:spMkLst>
        </pc:spChg>
        <pc:spChg chg="del">
          <ac:chgData name="Tianhong Xu" userId="21726d714b1d0e7e" providerId="LiveId" clId="{1E5C79E2-B974-4D26-BB3E-CA618B06825F}" dt="2024-05-27T09:17:00.968" v="4" actId="478"/>
          <ac:spMkLst>
            <pc:docMk/>
            <pc:sldMk cId="157148071" sldId="256"/>
            <ac:spMk id="4" creationId="{30B02974-2CF9-8664-B435-2E49D09893AA}"/>
          </ac:spMkLst>
        </pc:spChg>
        <pc:spChg chg="add mod">
          <ac:chgData name="Tianhong Xu" userId="21726d714b1d0e7e" providerId="LiveId" clId="{1E5C79E2-B974-4D26-BB3E-CA618B06825F}" dt="2024-05-27T09:50:38.981" v="325" actId="1076"/>
          <ac:spMkLst>
            <pc:docMk/>
            <pc:sldMk cId="157148071" sldId="256"/>
            <ac:spMk id="4" creationId="{6CAF5ECC-A3C2-C486-890B-5244B11C32C3}"/>
          </ac:spMkLst>
        </pc:spChg>
        <pc:spChg chg="add mod">
          <ac:chgData name="Tianhong Xu" userId="21726d714b1d0e7e" providerId="LiveId" clId="{1E5C79E2-B974-4D26-BB3E-CA618B06825F}" dt="2024-05-27T09:50:41.601" v="326" actId="1076"/>
          <ac:spMkLst>
            <pc:docMk/>
            <pc:sldMk cId="157148071" sldId="256"/>
            <ac:spMk id="7" creationId="{2C9D4E8D-9B09-4A39-02E9-8BA23909D9E7}"/>
          </ac:spMkLst>
        </pc:spChg>
        <pc:picChg chg="add mod">
          <ac:chgData name="Tianhong Xu" userId="21726d714b1d0e7e" providerId="LiveId" clId="{1E5C79E2-B974-4D26-BB3E-CA618B06825F}" dt="2024-05-27T09:49:17.522" v="308" actId="1076"/>
          <ac:picMkLst>
            <pc:docMk/>
            <pc:sldMk cId="157148071" sldId="256"/>
            <ac:picMk id="5" creationId="{6E8EF6D1-E743-FC2F-9DF8-D0F42F183D32}"/>
          </ac:picMkLst>
        </pc:picChg>
      </pc:sldChg>
      <pc:sldChg chg="del">
        <pc:chgData name="Tianhong Xu" userId="21726d714b1d0e7e" providerId="LiveId" clId="{1E5C79E2-B974-4D26-BB3E-CA618B06825F}" dt="2024-05-27T09:16:58.125" v="2" actId="47"/>
        <pc:sldMkLst>
          <pc:docMk/>
          <pc:sldMk cId="709070183" sldId="257"/>
        </pc:sldMkLst>
      </pc:sldChg>
      <pc:sldChg chg="addSp delSp modSp new mod">
        <pc:chgData name="Tianhong Xu" userId="21726d714b1d0e7e" providerId="LiveId" clId="{1E5C79E2-B974-4D26-BB3E-CA618B06825F}" dt="2024-05-27T09:56:52.527" v="667" actId="1076"/>
        <pc:sldMkLst>
          <pc:docMk/>
          <pc:sldMk cId="1881951139" sldId="257"/>
        </pc:sldMkLst>
        <pc:spChg chg="del">
          <ac:chgData name="Tianhong Xu" userId="21726d714b1d0e7e" providerId="LiveId" clId="{1E5C79E2-B974-4D26-BB3E-CA618B06825F}" dt="2024-05-27T09:50:50.042" v="328" actId="478"/>
          <ac:spMkLst>
            <pc:docMk/>
            <pc:sldMk cId="1881951139" sldId="257"/>
            <ac:spMk id="2" creationId="{E0C04ADD-B416-02F1-CD75-355D2E8B8E28}"/>
          </ac:spMkLst>
        </pc:spChg>
        <pc:spChg chg="del">
          <ac:chgData name="Tianhong Xu" userId="21726d714b1d0e7e" providerId="LiveId" clId="{1E5C79E2-B974-4D26-BB3E-CA618B06825F}" dt="2024-05-27T09:50:50.042" v="328" actId="478"/>
          <ac:spMkLst>
            <pc:docMk/>
            <pc:sldMk cId="1881951139" sldId="257"/>
            <ac:spMk id="3" creationId="{52F32142-27F1-1BC5-D649-925690BD7ECB}"/>
          </ac:spMkLst>
        </pc:spChg>
        <pc:spChg chg="add mod">
          <ac:chgData name="Tianhong Xu" userId="21726d714b1d0e7e" providerId="LiveId" clId="{1E5C79E2-B974-4D26-BB3E-CA618B06825F}" dt="2024-05-27T09:56:52.527" v="667" actId="1076"/>
          <ac:spMkLst>
            <pc:docMk/>
            <pc:sldMk cId="1881951139" sldId="257"/>
            <ac:spMk id="5" creationId="{E68CF4C2-4F24-209A-9B66-87857EBA1527}"/>
          </ac:spMkLst>
        </pc:spChg>
        <pc:spChg chg="add mod">
          <ac:chgData name="Tianhong Xu" userId="21726d714b1d0e7e" providerId="LiveId" clId="{1E5C79E2-B974-4D26-BB3E-CA618B06825F}" dt="2024-05-27T09:56:50.191" v="666"/>
          <ac:spMkLst>
            <pc:docMk/>
            <pc:sldMk cId="1881951139" sldId="257"/>
            <ac:spMk id="7" creationId="{C96FC742-EC0B-9086-C1F4-EFCBEEC7E376}"/>
          </ac:spMkLst>
        </pc:spChg>
      </pc:sldChg>
      <pc:sldChg chg="del">
        <pc:chgData name="Tianhong Xu" userId="21726d714b1d0e7e" providerId="LiveId" clId="{1E5C79E2-B974-4D26-BB3E-CA618B06825F}" dt="2024-05-27T09:16:56.743" v="0" actId="47"/>
        <pc:sldMkLst>
          <pc:docMk/>
          <pc:sldMk cId="1172148761" sldId="258"/>
        </pc:sldMkLst>
      </pc:sldChg>
      <pc:sldChg chg="addSp delSp modSp new mod">
        <pc:chgData name="Tianhong Xu" userId="21726d714b1d0e7e" providerId="LiveId" clId="{1E5C79E2-B974-4D26-BB3E-CA618B06825F}" dt="2024-05-27T10:18:21.562" v="965" actId="1076"/>
        <pc:sldMkLst>
          <pc:docMk/>
          <pc:sldMk cId="3206063019" sldId="258"/>
        </pc:sldMkLst>
        <pc:spChg chg="del">
          <ac:chgData name="Tianhong Xu" userId="21726d714b1d0e7e" providerId="LiveId" clId="{1E5C79E2-B974-4D26-BB3E-CA618B06825F}" dt="2024-05-27T09:57:08.412" v="669" actId="478"/>
          <ac:spMkLst>
            <pc:docMk/>
            <pc:sldMk cId="3206063019" sldId="258"/>
            <ac:spMk id="2" creationId="{50E5CC71-81D0-6602-017A-5A1199229F32}"/>
          </ac:spMkLst>
        </pc:spChg>
        <pc:spChg chg="del">
          <ac:chgData name="Tianhong Xu" userId="21726d714b1d0e7e" providerId="LiveId" clId="{1E5C79E2-B974-4D26-BB3E-CA618B06825F}" dt="2024-05-27T09:57:08.412" v="669" actId="478"/>
          <ac:spMkLst>
            <pc:docMk/>
            <pc:sldMk cId="3206063019" sldId="258"/>
            <ac:spMk id="3" creationId="{75B089CB-2A5C-D9D5-6C8C-FF2706432D07}"/>
          </ac:spMkLst>
        </pc:spChg>
        <pc:spChg chg="add mod">
          <ac:chgData name="Tianhong Xu" userId="21726d714b1d0e7e" providerId="LiveId" clId="{1E5C79E2-B974-4D26-BB3E-CA618B06825F}" dt="2024-05-27T10:18:21.562" v="965" actId="1076"/>
          <ac:spMkLst>
            <pc:docMk/>
            <pc:sldMk cId="3206063019" sldId="258"/>
            <ac:spMk id="5" creationId="{B6D8D8EF-8C6E-DC3F-43C6-BC015B3651E4}"/>
          </ac:spMkLst>
        </pc:spChg>
      </pc:sldChg>
      <pc:sldChg chg="del">
        <pc:chgData name="Tianhong Xu" userId="21726d714b1d0e7e" providerId="LiveId" clId="{1E5C79E2-B974-4D26-BB3E-CA618B06825F}" dt="2024-05-27T09:16:58.529" v="3" actId="47"/>
        <pc:sldMkLst>
          <pc:docMk/>
          <pc:sldMk cId="4045182401" sldId="259"/>
        </pc:sldMkLst>
      </pc:sldChg>
      <pc:sldChg chg="del">
        <pc:chgData name="Tianhong Xu" userId="21726d714b1d0e7e" providerId="LiveId" clId="{1E5C79E2-B974-4D26-BB3E-CA618B06825F}" dt="2024-05-27T09:16:56.954" v="1" actId="47"/>
        <pc:sldMkLst>
          <pc:docMk/>
          <pc:sldMk cId="1452318679" sldId="260"/>
        </pc:sldMkLst>
      </pc:sldChg>
    </pc:docChg>
  </pc:docChgLst>
  <pc:docChgLst>
    <pc:chgData name="White Cyril" userId="21726d714b1d0e7e" providerId="LiveId" clId="{CB5418B2-5346-4A42-A9AB-3688BA3B1F3B}"/>
    <pc:docChg chg="custSel addSld modSld">
      <pc:chgData name="White Cyril" userId="21726d714b1d0e7e" providerId="LiveId" clId="{CB5418B2-5346-4A42-A9AB-3688BA3B1F3B}" dt="2023-05-16T02:37:33.221" v="7097" actId="20577"/>
      <pc:docMkLst>
        <pc:docMk/>
      </pc:docMkLst>
      <pc:sldChg chg="addSp delSp modSp new mod">
        <pc:chgData name="White Cyril" userId="21726d714b1d0e7e" providerId="LiveId" clId="{CB5418B2-5346-4A42-A9AB-3688BA3B1F3B}" dt="2023-05-16T02:20:48.645" v="4665" actId="1076"/>
        <pc:sldMkLst>
          <pc:docMk/>
          <pc:sldMk cId="157148071" sldId="256"/>
        </pc:sldMkLst>
        <pc:spChg chg="del">
          <ac:chgData name="White Cyril" userId="21726d714b1d0e7e" providerId="LiveId" clId="{CB5418B2-5346-4A42-A9AB-3688BA3B1F3B}" dt="2023-05-16T01:48:45.044" v="1" actId="478"/>
          <ac:spMkLst>
            <pc:docMk/>
            <pc:sldMk cId="157148071" sldId="256"/>
            <ac:spMk id="2" creationId="{137EBDEB-43D9-4460-7A39-3F28ED3385B2}"/>
          </ac:spMkLst>
        </pc:spChg>
        <pc:spChg chg="del">
          <ac:chgData name="White Cyril" userId="21726d714b1d0e7e" providerId="LiveId" clId="{CB5418B2-5346-4A42-A9AB-3688BA3B1F3B}" dt="2023-05-16T01:48:45.044" v="1" actId="478"/>
          <ac:spMkLst>
            <pc:docMk/>
            <pc:sldMk cId="157148071" sldId="256"/>
            <ac:spMk id="3" creationId="{2E981EDB-8A6F-B2B9-729C-A3F07DE74972}"/>
          </ac:spMkLst>
        </pc:spChg>
        <pc:spChg chg="add mod">
          <ac:chgData name="White Cyril" userId="21726d714b1d0e7e" providerId="LiveId" clId="{CB5418B2-5346-4A42-A9AB-3688BA3B1F3B}" dt="2023-05-16T02:20:48.645" v="4665" actId="1076"/>
          <ac:spMkLst>
            <pc:docMk/>
            <pc:sldMk cId="157148071" sldId="256"/>
            <ac:spMk id="4" creationId="{30B02974-2CF9-8664-B435-2E49D09893AA}"/>
          </ac:spMkLst>
        </pc:spChg>
      </pc:sldChg>
      <pc:sldChg chg="addSp delSp modSp new mod">
        <pc:chgData name="White Cyril" userId="21726d714b1d0e7e" providerId="LiveId" clId="{CB5418B2-5346-4A42-A9AB-3688BA3B1F3B}" dt="2023-05-16T02:29:39.423" v="6006" actId="20577"/>
        <pc:sldMkLst>
          <pc:docMk/>
          <pc:sldMk cId="709070183" sldId="257"/>
        </pc:sldMkLst>
        <pc:spChg chg="del">
          <ac:chgData name="White Cyril" userId="21726d714b1d0e7e" providerId="LiveId" clId="{CB5418B2-5346-4A42-A9AB-3688BA3B1F3B}" dt="2023-05-16T02:12:07.197" v="3819" actId="478"/>
          <ac:spMkLst>
            <pc:docMk/>
            <pc:sldMk cId="709070183" sldId="257"/>
            <ac:spMk id="2" creationId="{2AFAA1D2-9D8B-A142-7DFE-A70DDF2721D1}"/>
          </ac:spMkLst>
        </pc:spChg>
        <pc:spChg chg="del">
          <ac:chgData name="White Cyril" userId="21726d714b1d0e7e" providerId="LiveId" clId="{CB5418B2-5346-4A42-A9AB-3688BA3B1F3B}" dt="2023-05-16T02:12:07.197" v="3819" actId="478"/>
          <ac:spMkLst>
            <pc:docMk/>
            <pc:sldMk cId="709070183" sldId="257"/>
            <ac:spMk id="3" creationId="{0467E13C-A66E-255D-9F39-F374148CFED9}"/>
          </ac:spMkLst>
        </pc:spChg>
        <pc:spChg chg="add del">
          <ac:chgData name="White Cyril" userId="21726d714b1d0e7e" providerId="LiveId" clId="{CB5418B2-5346-4A42-A9AB-3688BA3B1F3B}" dt="2023-05-16T02:12:07.197" v="3819" actId="478"/>
          <ac:spMkLst>
            <pc:docMk/>
            <pc:sldMk cId="709070183" sldId="257"/>
            <ac:spMk id="5" creationId="{A7EE5BE2-938E-202F-8307-0D35A9648F3C}"/>
          </ac:spMkLst>
        </pc:spChg>
        <pc:spChg chg="add mod">
          <ac:chgData name="White Cyril" userId="21726d714b1d0e7e" providerId="LiveId" clId="{CB5418B2-5346-4A42-A9AB-3688BA3B1F3B}" dt="2023-05-16T02:29:39.423" v="6006" actId="20577"/>
          <ac:spMkLst>
            <pc:docMk/>
            <pc:sldMk cId="709070183" sldId="257"/>
            <ac:spMk id="7" creationId="{1AD2D3B5-E902-D3B5-47FC-E6EAE4E97D4C}"/>
          </ac:spMkLst>
        </pc:spChg>
      </pc:sldChg>
      <pc:sldChg chg="addSp delSp modSp new mod">
        <pc:chgData name="White Cyril" userId="21726d714b1d0e7e" providerId="LiveId" clId="{CB5418B2-5346-4A42-A9AB-3688BA3B1F3B}" dt="2023-05-16T02:37:33.221" v="7097" actId="20577"/>
        <pc:sldMkLst>
          <pc:docMk/>
          <pc:sldMk cId="1172148761" sldId="258"/>
        </pc:sldMkLst>
        <pc:spChg chg="del">
          <ac:chgData name="White Cyril" userId="21726d714b1d0e7e" providerId="LiveId" clId="{CB5418B2-5346-4A42-A9AB-3688BA3B1F3B}" dt="2023-05-16T02:29:58.209" v="6008" actId="478"/>
          <ac:spMkLst>
            <pc:docMk/>
            <pc:sldMk cId="1172148761" sldId="258"/>
            <ac:spMk id="2" creationId="{56C814BA-9EE5-B3AC-E486-199C6CF2F47F}"/>
          </ac:spMkLst>
        </pc:spChg>
        <pc:spChg chg="del">
          <ac:chgData name="White Cyril" userId="21726d714b1d0e7e" providerId="LiveId" clId="{CB5418B2-5346-4A42-A9AB-3688BA3B1F3B}" dt="2023-05-16T02:29:58.209" v="6008" actId="478"/>
          <ac:spMkLst>
            <pc:docMk/>
            <pc:sldMk cId="1172148761" sldId="258"/>
            <ac:spMk id="3" creationId="{30FE89C0-FBB4-D919-3EBB-694EB603427C}"/>
          </ac:spMkLst>
        </pc:spChg>
        <pc:spChg chg="add mod">
          <ac:chgData name="White Cyril" userId="21726d714b1d0e7e" providerId="LiveId" clId="{CB5418B2-5346-4A42-A9AB-3688BA3B1F3B}" dt="2023-05-16T02:37:33.221" v="7097" actId="20577"/>
          <ac:spMkLst>
            <pc:docMk/>
            <pc:sldMk cId="1172148761" sldId="258"/>
            <ac:spMk id="4" creationId="{E8C59A1B-2782-BF0C-E717-7C4F404D5C1E}"/>
          </ac:spMkLst>
        </pc:spChg>
      </pc:sldChg>
      <pc:sldMasterChg chg="addSldLayout">
        <pc:chgData name="White Cyril" userId="21726d714b1d0e7e" providerId="LiveId" clId="{CB5418B2-5346-4A42-A9AB-3688BA3B1F3B}" dt="2023-05-16T01:48:42.684" v="0" actId="680"/>
        <pc:sldMasterMkLst>
          <pc:docMk/>
          <pc:sldMasterMk cId="2590105281" sldId="2147483648"/>
        </pc:sldMasterMkLst>
        <pc:sldLayoutChg chg="add">
          <pc:chgData name="White Cyril" userId="21726d714b1d0e7e" providerId="LiveId" clId="{CB5418B2-5346-4A42-A9AB-3688BA3B1F3B}" dt="2023-05-16T01:48:42.684" v="0" actId="680"/>
          <pc:sldLayoutMkLst>
            <pc:docMk/>
            <pc:sldMasterMk cId="2590105281" sldId="2147483648"/>
            <pc:sldLayoutMk cId="4279785505" sldId="214748364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FC507E-9E66-07AC-3347-CE6468AD8D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2EA490D-CFC5-2986-5F9D-5609C39537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4279785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0105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05E9BAF-3B0E-41BF-9E34-FDA21ED96E94}"/>
              </a:ext>
            </a:extLst>
          </p:cNvPr>
          <p:cNvSpPr txBox="1"/>
          <p:nvPr/>
        </p:nvSpPr>
        <p:spPr>
          <a:xfrm>
            <a:off x="329732" y="186450"/>
            <a:ext cx="3665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WEEK15 LAB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CAF5ECC-A3C2-C486-890B-5244B11C32C3}"/>
              </a:ext>
            </a:extLst>
          </p:cNvPr>
          <p:cNvSpPr txBox="1"/>
          <p:nvPr/>
        </p:nvSpPr>
        <p:spPr>
          <a:xfrm>
            <a:off x="329732" y="588452"/>
            <a:ext cx="663941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在实际编程中，有些数据的取值往往是有限的，只能是非常少量的整数，并且最好为每个值都取一个名字，以方便在后续代码中使用，比如一个星期只有七天，一年只有十二个月，一个班每周有六门课程等。</a:t>
            </a:r>
            <a:r>
              <a:rPr lang="en-US" altLang="zh-CN" dirty="0"/>
              <a:t> C</a:t>
            </a:r>
            <a:r>
              <a:rPr lang="zh-CN" altLang="en-US" dirty="0"/>
              <a:t>语言提供了一种枚举（</a:t>
            </a:r>
            <a:r>
              <a:rPr lang="en-US" altLang="zh-CN" dirty="0"/>
              <a:t>Enum</a:t>
            </a:r>
            <a:r>
              <a:rPr lang="zh-CN" altLang="en-US" dirty="0"/>
              <a:t>）类型，用于给整数起一个“别名”，方便在编程的过程直观地用名字来表示数字。</a:t>
            </a:r>
            <a:endParaRPr lang="en-US" altLang="zh-CN" dirty="0"/>
          </a:p>
          <a:p>
            <a:r>
              <a:rPr lang="en-US" altLang="zh-CN" dirty="0"/>
              <a:t>In actual programming, the value of some data is often limited, can only be a very small number of integers, and it is best to give each value a name, in order to facilitate use in subsequent code, such as only seven days a week, only twelve months a year, a class has six courses a week, etc. The C language provides an Enum type, which is used to give an "alias" to integers, so that numbers can be intuitively represented by names during programming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E8EF6D1-E743-FC2F-9DF8-D0F42F183D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8662" y="450153"/>
            <a:ext cx="5193338" cy="5957694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2C9D4E8D-9B09-4A39-02E9-8BA23909D9E7}"/>
              </a:ext>
            </a:extLst>
          </p:cNvPr>
          <p:cNvSpPr txBox="1"/>
          <p:nvPr/>
        </p:nvSpPr>
        <p:spPr>
          <a:xfrm>
            <a:off x="329732" y="4433228"/>
            <a:ext cx="681228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注意：枚举的作用仅仅是用“符号名”替换整数，当你有大量的固定数据，你很难去记住每一个整数代表的是哪一种情况，这时便可以使用枚举，直接用“符号名”代替整数进行编程。</a:t>
            </a:r>
            <a:endParaRPr lang="en-US" altLang="zh-CN" dirty="0"/>
          </a:p>
          <a:p>
            <a:r>
              <a:rPr lang="en-US" altLang="zh-CN" dirty="0"/>
              <a:t>Note: The role of enumeration is only to replace integers with "symbol names", when you have a lot of fixed data, it is difficult to remember what each integer represents, then you can use enumeration, directly with "symbol names" instead of integer programming.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7148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68CF4C2-4F24-209A-9B66-87857EBA1527}"/>
              </a:ext>
            </a:extLst>
          </p:cNvPr>
          <p:cNvSpPr txBox="1"/>
          <p:nvPr/>
        </p:nvSpPr>
        <p:spPr>
          <a:xfrm>
            <a:off x="484094" y="1513781"/>
            <a:ext cx="60960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#include &lt;</a:t>
            </a:r>
            <a:r>
              <a:rPr lang="en-US" altLang="zh-CN" dirty="0" err="1"/>
              <a:t>stdio.h</a:t>
            </a:r>
            <a:r>
              <a:rPr lang="en-US" altLang="zh-CN" dirty="0"/>
              <a:t>&gt;</a:t>
            </a:r>
          </a:p>
          <a:p>
            <a:endParaRPr lang="en-US" altLang="zh-CN" dirty="0"/>
          </a:p>
          <a:p>
            <a:r>
              <a:rPr lang="en-US" altLang="zh-CN" dirty="0"/>
              <a:t>int main(){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enum</a:t>
            </a:r>
            <a:r>
              <a:rPr lang="en-US" altLang="zh-CN" dirty="0"/>
              <a:t> week{ Mon = 1, Tues, Wed, Thurs, Fri, Sat, Sun };</a:t>
            </a:r>
          </a:p>
          <a:p>
            <a:r>
              <a:rPr lang="en-US" altLang="zh-CN" dirty="0"/>
              <a:t>    int day;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scanf</a:t>
            </a:r>
            <a:r>
              <a:rPr lang="en-US" altLang="zh-CN" dirty="0"/>
              <a:t>("%d", &amp;day);</a:t>
            </a:r>
          </a:p>
          <a:p>
            <a:r>
              <a:rPr lang="en-US" altLang="zh-CN" dirty="0"/>
              <a:t>    switch(day){</a:t>
            </a:r>
          </a:p>
          <a:p>
            <a:r>
              <a:rPr lang="en-US" altLang="zh-CN" dirty="0"/>
              <a:t>        case Mon: puts("Monday"); break;</a:t>
            </a:r>
          </a:p>
          <a:p>
            <a:r>
              <a:rPr lang="en-US" altLang="zh-CN" dirty="0"/>
              <a:t>        case Tues: puts("Tuesday"); break;</a:t>
            </a:r>
          </a:p>
          <a:p>
            <a:r>
              <a:rPr lang="en-US" altLang="zh-CN" dirty="0"/>
              <a:t>        case Wed: puts("Wednesday"); break;</a:t>
            </a:r>
          </a:p>
          <a:p>
            <a:r>
              <a:rPr lang="en-US" altLang="zh-CN" dirty="0"/>
              <a:t>        case Thurs: puts("Thursday"); break;</a:t>
            </a:r>
          </a:p>
          <a:p>
            <a:r>
              <a:rPr lang="en-US" altLang="zh-CN" dirty="0"/>
              <a:t>        case Fri: puts("Friday"); break;</a:t>
            </a:r>
          </a:p>
          <a:p>
            <a:r>
              <a:rPr lang="en-US" altLang="zh-CN" dirty="0"/>
              <a:t>        case Sat: puts("Saturday"); break;</a:t>
            </a:r>
          </a:p>
          <a:p>
            <a:r>
              <a:rPr lang="en-US" altLang="zh-CN" dirty="0"/>
              <a:t>        case Sun: puts("Sunday"); break;</a:t>
            </a:r>
          </a:p>
          <a:p>
            <a:r>
              <a:rPr lang="en-US" altLang="zh-CN" dirty="0"/>
              <a:t>        default: puts("Error!");</a:t>
            </a:r>
          </a:p>
          <a:p>
            <a:r>
              <a:rPr lang="en-US" altLang="zh-CN" dirty="0"/>
              <a:t>    }</a:t>
            </a:r>
          </a:p>
          <a:p>
            <a:r>
              <a:rPr lang="en-US" altLang="zh-CN" dirty="0"/>
              <a:t>    return 0;</a:t>
            </a: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96FC742-EC0B-9086-C1F4-EFCBEEC7E376}"/>
              </a:ext>
            </a:extLst>
          </p:cNvPr>
          <p:cNvSpPr txBox="1"/>
          <p:nvPr/>
        </p:nvSpPr>
        <p:spPr>
          <a:xfrm>
            <a:off x="484094" y="490024"/>
            <a:ext cx="1084729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以每周七天为例，我们为一周的</a:t>
            </a:r>
            <a:r>
              <a:rPr lang="en-US" altLang="zh-CN" dirty="0"/>
              <a:t>7</a:t>
            </a:r>
            <a:r>
              <a:rPr lang="zh-CN" altLang="en-US" dirty="0"/>
              <a:t>天分别指定一个名字，并直接使用枚举变量来代替整数进行编程。</a:t>
            </a:r>
            <a:endParaRPr lang="en-US" altLang="zh-CN" dirty="0"/>
          </a:p>
          <a:p>
            <a:r>
              <a:rPr lang="en-US" altLang="zh-CN" dirty="0"/>
              <a:t>In the case of the seven days of the week, we give each of the seven days a name and program directly with enumeration variables instead of integers.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81951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B6D8D8EF-8C6E-DC3F-43C6-BC015B3651E4}"/>
              </a:ext>
            </a:extLst>
          </p:cNvPr>
          <p:cNvSpPr txBox="1"/>
          <p:nvPr/>
        </p:nvSpPr>
        <p:spPr>
          <a:xfrm>
            <a:off x="340658" y="197346"/>
            <a:ext cx="11510683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1. </a:t>
            </a:r>
            <a:r>
              <a:rPr lang="zh-CN" altLang="en-US" dirty="0"/>
              <a:t>尝试使用枚举类型和</a:t>
            </a:r>
            <a:r>
              <a:rPr lang="en-US" altLang="zh-CN" dirty="0" err="1"/>
              <a:t>sprintf</a:t>
            </a:r>
            <a:r>
              <a:rPr lang="zh-CN" altLang="en-US" dirty="0"/>
              <a:t>函数完成下面的功能：</a:t>
            </a:r>
          </a:p>
          <a:p>
            <a:r>
              <a:rPr lang="zh-CN" altLang="en-US" dirty="0"/>
              <a:t>编写程序，让用户输入月</a:t>
            </a:r>
            <a:r>
              <a:rPr lang="en-US" altLang="zh-CN" dirty="0"/>
              <a:t>/</a:t>
            </a:r>
            <a:r>
              <a:rPr lang="zh-CN" altLang="en-US" dirty="0"/>
              <a:t>日</a:t>
            </a:r>
            <a:r>
              <a:rPr lang="en-US" altLang="zh-CN" dirty="0"/>
              <a:t>/</a:t>
            </a:r>
            <a:r>
              <a:rPr lang="zh-CN" altLang="en-US" dirty="0"/>
              <a:t>年，输出月的名称，日，年。</a:t>
            </a:r>
            <a:endParaRPr lang="en-US" altLang="zh-CN" dirty="0"/>
          </a:p>
          <a:p>
            <a:r>
              <a:rPr lang="en-US" altLang="zh-CN" dirty="0"/>
              <a:t>Try using the enumeration type and the </a:t>
            </a:r>
            <a:r>
              <a:rPr lang="en-US" altLang="zh-CN" dirty="0" err="1"/>
              <a:t>sprintf</a:t>
            </a:r>
            <a:r>
              <a:rPr lang="en-US" altLang="zh-CN" dirty="0"/>
              <a:t> function to do the following: Write a program that lets the user enter the month/day/year and output the name of the month, day, and year.</a:t>
            </a:r>
            <a:endParaRPr lang="zh-CN" altLang="en-US" dirty="0"/>
          </a:p>
          <a:p>
            <a:endParaRPr lang="en-US" altLang="zh-CN" dirty="0"/>
          </a:p>
          <a:p>
            <a:r>
              <a:rPr lang="en-US" altLang="zh-CN" dirty="0"/>
              <a:t>input date: 1/20/2023</a:t>
            </a:r>
          </a:p>
          <a:p>
            <a:r>
              <a:rPr lang="en-US" altLang="zh-CN" dirty="0"/>
              <a:t>Output: January 20, 2023</a:t>
            </a:r>
          </a:p>
          <a:p>
            <a:endParaRPr lang="en-US" altLang="zh-CN" dirty="0"/>
          </a:p>
          <a:p>
            <a:r>
              <a:rPr lang="en-US" altLang="zh-CN" dirty="0"/>
              <a:t>2. </a:t>
            </a:r>
            <a:r>
              <a:rPr lang="zh-CN" altLang="en-US" dirty="0"/>
              <a:t>编写两个函数，分别求两个数的最大公约数和最小公倍数。</a:t>
            </a:r>
            <a:endParaRPr lang="en-US" altLang="zh-CN" dirty="0"/>
          </a:p>
          <a:p>
            <a:r>
              <a:rPr lang="en-US" altLang="zh-CN" dirty="0"/>
              <a:t>Write two functions to find the greatest common divisor and the least common multiple of two numbers respectively.</a:t>
            </a:r>
          </a:p>
          <a:p>
            <a:endParaRPr lang="en-US" altLang="zh-CN" dirty="0"/>
          </a:p>
          <a:p>
            <a:r>
              <a:rPr lang="en-US" altLang="zh-CN" dirty="0"/>
              <a:t>3. </a:t>
            </a:r>
            <a:r>
              <a:rPr lang="zh-CN" altLang="en-US" dirty="0"/>
              <a:t>编写函数，分别使用不同的排序方法（冒泡、选择、插入）对一个数组进行排序并输出。</a:t>
            </a:r>
            <a:endParaRPr lang="en-US" altLang="zh-CN" dirty="0"/>
          </a:p>
          <a:p>
            <a:r>
              <a:rPr lang="en-US" altLang="zh-CN" dirty="0"/>
              <a:t>Write functions to sort and output an array using different sorting methods (bubble, select, insert).</a:t>
            </a:r>
          </a:p>
          <a:p>
            <a:endParaRPr lang="en-US" altLang="zh-CN" dirty="0"/>
          </a:p>
          <a:p>
            <a:r>
              <a:rPr lang="en-US" altLang="zh-CN" dirty="0"/>
              <a:t>4. </a:t>
            </a:r>
            <a:r>
              <a:rPr lang="zh-CN" altLang="en-US" dirty="0"/>
              <a:t>递归地求解斐波那契数列的第</a:t>
            </a:r>
            <a:r>
              <a:rPr lang="en-US" altLang="zh-CN" dirty="0"/>
              <a:t>n</a:t>
            </a:r>
            <a:r>
              <a:rPr lang="zh-CN" altLang="en-US" dirty="0"/>
              <a:t>个数。</a:t>
            </a:r>
          </a:p>
          <a:p>
            <a:r>
              <a:rPr lang="en-US" altLang="zh-CN" dirty="0"/>
              <a:t>Recursively solve for the n</a:t>
            </a:r>
            <a:r>
              <a:rPr lang="en-US" altLang="zh-CN" baseline="30000" dirty="0"/>
              <a:t>th</a:t>
            </a:r>
            <a:r>
              <a:rPr lang="en-US" altLang="zh-CN" dirty="0"/>
              <a:t> number in the Fibonacci sequence.</a:t>
            </a:r>
          </a:p>
          <a:p>
            <a:endParaRPr lang="en-US" altLang="zh-CN" dirty="0"/>
          </a:p>
          <a:p>
            <a:r>
              <a:rPr lang="en-US" altLang="zh-CN" dirty="0"/>
              <a:t>5. </a:t>
            </a:r>
            <a:r>
              <a:rPr lang="zh-CN" altLang="en-US" dirty="0"/>
              <a:t>编写一个函数，判断输入的年份是否为闰年，判断闰年的标准是：能整除</a:t>
            </a:r>
            <a:r>
              <a:rPr lang="en-US" altLang="zh-CN" dirty="0"/>
              <a:t>4</a:t>
            </a:r>
            <a:r>
              <a:rPr lang="zh-CN" altLang="en-US" dirty="0"/>
              <a:t>并且不能整除</a:t>
            </a:r>
            <a:r>
              <a:rPr lang="en-US" altLang="zh-CN" dirty="0"/>
              <a:t>100</a:t>
            </a:r>
            <a:r>
              <a:rPr lang="zh-CN" altLang="en-US" dirty="0"/>
              <a:t>，或者能整除</a:t>
            </a:r>
            <a:r>
              <a:rPr lang="en-US" altLang="zh-CN" dirty="0"/>
              <a:t>400</a:t>
            </a:r>
            <a:r>
              <a:rPr lang="zh-CN" altLang="en-US" dirty="0"/>
              <a:t>。编写主函数，判断从</a:t>
            </a:r>
            <a:r>
              <a:rPr lang="en-US" altLang="zh-CN" dirty="0"/>
              <a:t>2000</a:t>
            </a:r>
            <a:r>
              <a:rPr lang="zh-CN" altLang="en-US" dirty="0"/>
              <a:t>年到</a:t>
            </a:r>
            <a:r>
              <a:rPr lang="en-US" altLang="zh-CN" dirty="0"/>
              <a:t>2050</a:t>
            </a:r>
            <a:r>
              <a:rPr lang="zh-CN" altLang="en-US" dirty="0"/>
              <a:t>年之间哪些年份是闰年，并输出到文件里。</a:t>
            </a:r>
            <a:endParaRPr lang="en-US" altLang="zh-CN" dirty="0"/>
          </a:p>
          <a:p>
            <a:r>
              <a:rPr lang="en-US" altLang="zh-CN" dirty="0"/>
              <a:t>Write a function to determine whether the input year is a leap year. The criteria for determining leap years are: can divide 4 and not divide 100, or can divide 400. Write the main function that determines which years between 2000 and 2050 are leap years and output it to the file.</a:t>
            </a:r>
          </a:p>
        </p:txBody>
      </p:sp>
    </p:spTree>
    <p:extLst>
      <p:ext uri="{BB962C8B-B14F-4D97-AF65-F5344CB8AC3E}">
        <p14:creationId xmlns:p14="http://schemas.microsoft.com/office/powerpoint/2010/main" val="32060630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789</Words>
  <Application>Microsoft Office PowerPoint</Application>
  <PresentationFormat>宽屏</PresentationFormat>
  <Paragraphs>43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5" baseType="lpstr"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White Cyril</dc:creator>
  <cp:lastModifiedBy>Tianhong Xu</cp:lastModifiedBy>
  <cp:revision>1</cp:revision>
  <dcterms:created xsi:type="dcterms:W3CDTF">2023-05-16T01:48:41Z</dcterms:created>
  <dcterms:modified xsi:type="dcterms:W3CDTF">2024-05-27T10:18:25Z</dcterms:modified>
</cp:coreProperties>
</file>