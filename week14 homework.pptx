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anhong Xu" initials="TX" lastIdx="1" clrIdx="0">
    <p:extLst>
      <p:ext uri="{19B8F6BF-5375-455C-9EA6-DF929625EA0E}">
        <p15:presenceInfo xmlns:p15="http://schemas.microsoft.com/office/powerpoint/2012/main" userId="21726d714b1d0e7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anhong Xu" userId="21726d714b1d0e7e" providerId="LiveId" clId="{F8A91DCE-C8E0-4E17-8D88-DC04DF19D0B8}"/>
    <pc:docChg chg="addSld delSld">
      <pc:chgData name="Tianhong Xu" userId="21726d714b1d0e7e" providerId="LiveId" clId="{F8A91DCE-C8E0-4E17-8D88-DC04DF19D0B8}" dt="2024-05-14T02:13:30.969" v="1" actId="47"/>
      <pc:docMkLst>
        <pc:docMk/>
      </pc:docMkLst>
      <pc:sldChg chg="new del">
        <pc:chgData name="Tianhong Xu" userId="21726d714b1d0e7e" providerId="LiveId" clId="{F8A91DCE-C8E0-4E17-8D88-DC04DF19D0B8}" dt="2024-05-14T02:13:30.969" v="1" actId="47"/>
        <pc:sldMkLst>
          <pc:docMk/>
          <pc:sldMk cId="3862839089" sldId="260"/>
        </pc:sldMkLst>
      </pc:sldChg>
    </pc:docChg>
  </pc:docChgLst>
  <pc:docChgLst>
    <pc:chgData name="Tianhong Xu" userId="21726d714b1d0e7e" providerId="LiveId" clId="{307C2A5B-F49E-47D2-8D8D-5A436B240F97}"/>
    <pc:docChg chg="undo custSel addSld modSld">
      <pc:chgData name="Tianhong Xu" userId="21726d714b1d0e7e" providerId="LiveId" clId="{307C2A5B-F49E-47D2-8D8D-5A436B240F97}" dt="2024-05-13T14:59:49.005" v="765" actId="20577"/>
      <pc:docMkLst>
        <pc:docMk/>
      </pc:docMkLst>
      <pc:sldChg chg="addSp delSp modSp new mod">
        <pc:chgData name="Tianhong Xu" userId="21726d714b1d0e7e" providerId="LiveId" clId="{307C2A5B-F49E-47D2-8D8D-5A436B240F97}" dt="2024-05-13T14:35:20.975" v="457" actId="1076"/>
        <pc:sldMkLst>
          <pc:docMk/>
          <pc:sldMk cId="2817638806" sldId="256"/>
        </pc:sldMkLst>
        <pc:spChg chg="del">
          <ac:chgData name="Tianhong Xu" userId="21726d714b1d0e7e" providerId="LiveId" clId="{307C2A5B-F49E-47D2-8D8D-5A436B240F97}" dt="2024-05-13T14:30:19.111" v="1" actId="478"/>
          <ac:spMkLst>
            <pc:docMk/>
            <pc:sldMk cId="2817638806" sldId="256"/>
            <ac:spMk id="2" creationId="{CAAD2C1E-7831-9BD8-2CD0-BE7EA8A33604}"/>
          </ac:spMkLst>
        </pc:spChg>
        <pc:spChg chg="del">
          <ac:chgData name="Tianhong Xu" userId="21726d714b1d0e7e" providerId="LiveId" clId="{307C2A5B-F49E-47D2-8D8D-5A436B240F97}" dt="2024-05-13T14:30:19.111" v="1" actId="478"/>
          <ac:spMkLst>
            <pc:docMk/>
            <pc:sldMk cId="2817638806" sldId="256"/>
            <ac:spMk id="3" creationId="{4130D74C-8229-7CC4-AA88-EFFD22FAFE61}"/>
          </ac:spMkLst>
        </pc:spChg>
        <pc:spChg chg="add mod">
          <ac:chgData name="Tianhong Xu" userId="21726d714b1d0e7e" providerId="LiveId" clId="{307C2A5B-F49E-47D2-8D8D-5A436B240F97}" dt="2024-05-13T14:35:20.975" v="457" actId="1076"/>
          <ac:spMkLst>
            <pc:docMk/>
            <pc:sldMk cId="2817638806" sldId="256"/>
            <ac:spMk id="4" creationId="{B630074F-E883-A002-FF09-3111CAF5327D}"/>
          </ac:spMkLst>
        </pc:spChg>
        <pc:spChg chg="add mod">
          <ac:chgData name="Tianhong Xu" userId="21726d714b1d0e7e" providerId="LiveId" clId="{307C2A5B-F49E-47D2-8D8D-5A436B240F97}" dt="2024-05-13T14:35:18.429" v="456" actId="1076"/>
          <ac:spMkLst>
            <pc:docMk/>
            <pc:sldMk cId="2817638806" sldId="256"/>
            <ac:spMk id="6" creationId="{7A98EF9B-FA3B-EECE-56DA-4916E7BF8502}"/>
          </ac:spMkLst>
        </pc:spChg>
      </pc:sldChg>
      <pc:sldChg chg="addSp delSp modSp new mod addCm delCm">
        <pc:chgData name="Tianhong Xu" userId="21726d714b1d0e7e" providerId="LiveId" clId="{307C2A5B-F49E-47D2-8D8D-5A436B240F97}" dt="2024-05-13T14:36:31.245" v="483" actId="20577"/>
        <pc:sldMkLst>
          <pc:docMk/>
          <pc:sldMk cId="3902774112" sldId="257"/>
        </pc:sldMkLst>
        <pc:spChg chg="del">
          <ac:chgData name="Tianhong Xu" userId="21726d714b1d0e7e" providerId="LiveId" clId="{307C2A5B-F49E-47D2-8D8D-5A436B240F97}" dt="2024-05-13T14:35:27.218" v="459" actId="478"/>
          <ac:spMkLst>
            <pc:docMk/>
            <pc:sldMk cId="3902774112" sldId="257"/>
            <ac:spMk id="2" creationId="{925CBFD0-E4EC-E433-5528-A51978B34D6E}"/>
          </ac:spMkLst>
        </pc:spChg>
        <pc:spChg chg="del">
          <ac:chgData name="Tianhong Xu" userId="21726d714b1d0e7e" providerId="LiveId" clId="{307C2A5B-F49E-47D2-8D8D-5A436B240F97}" dt="2024-05-13T14:35:27.218" v="459" actId="478"/>
          <ac:spMkLst>
            <pc:docMk/>
            <pc:sldMk cId="3902774112" sldId="257"/>
            <ac:spMk id="3" creationId="{32095F09-F6BE-4FD5-61B0-F099AFEC0C85}"/>
          </ac:spMkLst>
        </pc:spChg>
        <pc:spChg chg="add mod">
          <ac:chgData name="Tianhong Xu" userId="21726d714b1d0e7e" providerId="LiveId" clId="{307C2A5B-F49E-47D2-8D8D-5A436B240F97}" dt="2024-05-13T14:36:31.245" v="483" actId="20577"/>
          <ac:spMkLst>
            <pc:docMk/>
            <pc:sldMk cId="3902774112" sldId="257"/>
            <ac:spMk id="5" creationId="{DAE0D966-C4A2-1F7A-ABF3-E89A09F1CD0D}"/>
          </ac:spMkLst>
        </pc:spChg>
      </pc:sldChg>
      <pc:sldChg chg="addSp delSp modSp new mod">
        <pc:chgData name="Tianhong Xu" userId="21726d714b1d0e7e" providerId="LiveId" clId="{307C2A5B-F49E-47D2-8D8D-5A436B240F97}" dt="2024-05-13T14:50:57.074" v="513" actId="20577"/>
        <pc:sldMkLst>
          <pc:docMk/>
          <pc:sldMk cId="1462382662" sldId="258"/>
        </pc:sldMkLst>
        <pc:spChg chg="del">
          <ac:chgData name="Tianhong Xu" userId="21726d714b1d0e7e" providerId="LiveId" clId="{307C2A5B-F49E-47D2-8D8D-5A436B240F97}" dt="2024-05-13T14:36:45.087" v="485" actId="478"/>
          <ac:spMkLst>
            <pc:docMk/>
            <pc:sldMk cId="1462382662" sldId="258"/>
            <ac:spMk id="2" creationId="{CAB1902A-A766-9DD6-9348-DDC610B4933D}"/>
          </ac:spMkLst>
        </pc:spChg>
        <pc:spChg chg="del">
          <ac:chgData name="Tianhong Xu" userId="21726d714b1d0e7e" providerId="LiveId" clId="{307C2A5B-F49E-47D2-8D8D-5A436B240F97}" dt="2024-05-13T14:36:45.087" v="485" actId="478"/>
          <ac:spMkLst>
            <pc:docMk/>
            <pc:sldMk cId="1462382662" sldId="258"/>
            <ac:spMk id="3" creationId="{B90B29AB-A8C2-2FCA-60C8-2746707789DF}"/>
          </ac:spMkLst>
        </pc:spChg>
        <pc:spChg chg="add mod">
          <ac:chgData name="Tianhong Xu" userId="21726d714b1d0e7e" providerId="LiveId" clId="{307C2A5B-F49E-47D2-8D8D-5A436B240F97}" dt="2024-05-13T14:50:57.074" v="513" actId="20577"/>
          <ac:spMkLst>
            <pc:docMk/>
            <pc:sldMk cId="1462382662" sldId="258"/>
            <ac:spMk id="5" creationId="{F879D7C9-CF4F-C994-EE87-D5204EDB1BD0}"/>
          </ac:spMkLst>
        </pc:spChg>
      </pc:sldChg>
      <pc:sldChg chg="addSp delSp modSp new mod">
        <pc:chgData name="Tianhong Xu" userId="21726d714b1d0e7e" providerId="LiveId" clId="{307C2A5B-F49E-47D2-8D8D-5A436B240F97}" dt="2024-05-13T14:59:49.005" v="765" actId="20577"/>
        <pc:sldMkLst>
          <pc:docMk/>
          <pc:sldMk cId="377049861" sldId="259"/>
        </pc:sldMkLst>
        <pc:spChg chg="del">
          <ac:chgData name="Tianhong Xu" userId="21726d714b1d0e7e" providerId="LiveId" clId="{307C2A5B-F49E-47D2-8D8D-5A436B240F97}" dt="2024-05-13T14:54:54.387" v="515" actId="478"/>
          <ac:spMkLst>
            <pc:docMk/>
            <pc:sldMk cId="377049861" sldId="259"/>
            <ac:spMk id="2" creationId="{24898226-9A53-0E62-BFBE-0374761029E5}"/>
          </ac:spMkLst>
        </pc:spChg>
        <pc:spChg chg="del">
          <ac:chgData name="Tianhong Xu" userId="21726d714b1d0e7e" providerId="LiveId" clId="{307C2A5B-F49E-47D2-8D8D-5A436B240F97}" dt="2024-05-13T14:54:54.387" v="515" actId="478"/>
          <ac:spMkLst>
            <pc:docMk/>
            <pc:sldMk cId="377049861" sldId="259"/>
            <ac:spMk id="3" creationId="{9D2D4A09-9510-B9EB-191D-7734056058F8}"/>
          </ac:spMkLst>
        </pc:spChg>
        <pc:spChg chg="add mod">
          <ac:chgData name="Tianhong Xu" userId="21726d714b1d0e7e" providerId="LiveId" clId="{307C2A5B-F49E-47D2-8D8D-5A436B240F97}" dt="2024-05-13T14:59:49.005" v="765" actId="20577"/>
          <ac:spMkLst>
            <pc:docMk/>
            <pc:sldMk cId="377049861" sldId="259"/>
            <ac:spMk id="5" creationId="{5CE714E5-04E9-7DE4-9FC3-6B337783230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4B5DEB-A3C1-BC5B-71E4-F2A4039335B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7A12C89-FD1A-3B18-421A-718D46F689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F99E232-5C75-88BB-EDFD-9F51CF342FC7}"/>
              </a:ext>
            </a:extLst>
          </p:cNvPr>
          <p:cNvSpPr>
            <a:spLocks noGrp="1"/>
          </p:cNvSpPr>
          <p:nvPr>
            <p:ph type="dt" sz="half" idx="10"/>
          </p:nvPr>
        </p:nvSpPr>
        <p:spPr/>
        <p:txBody>
          <a:bodyPr/>
          <a:lstStyle/>
          <a:p>
            <a:fld id="{F54771DC-16E2-4FB2-9B73-04CB6EF84F04}"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7ABFB93F-3CCB-E680-0868-27D226223D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8B1BA80-AFDE-1D51-D423-0C545872C210}"/>
              </a:ext>
            </a:extLst>
          </p:cNvPr>
          <p:cNvSpPr>
            <a:spLocks noGrp="1"/>
          </p:cNvSpPr>
          <p:nvPr>
            <p:ph type="sldNum" sz="quarter" idx="12"/>
          </p:nvPr>
        </p:nvSpPr>
        <p:spPr/>
        <p:txBody>
          <a:bodyPr/>
          <a:lstStyle/>
          <a:p>
            <a:fld id="{883E0179-BB63-493D-B37E-06BE6F86A6CE}" type="slidenum">
              <a:rPr lang="zh-CN" altLang="en-US" smtClean="0"/>
              <a:t>‹#›</a:t>
            </a:fld>
            <a:endParaRPr lang="zh-CN" altLang="en-US"/>
          </a:p>
        </p:txBody>
      </p:sp>
    </p:spTree>
    <p:extLst>
      <p:ext uri="{BB962C8B-B14F-4D97-AF65-F5344CB8AC3E}">
        <p14:creationId xmlns:p14="http://schemas.microsoft.com/office/powerpoint/2010/main" val="1264187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0FF1BF-6C7F-20D4-60F7-ABA80EAB22D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81DAEAE-4553-2203-5558-B4E11EFA174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BDBA413-096D-DDDF-E0D0-4A5BBFE8F963}"/>
              </a:ext>
            </a:extLst>
          </p:cNvPr>
          <p:cNvSpPr>
            <a:spLocks noGrp="1"/>
          </p:cNvSpPr>
          <p:nvPr>
            <p:ph type="dt" sz="half" idx="10"/>
          </p:nvPr>
        </p:nvSpPr>
        <p:spPr/>
        <p:txBody>
          <a:bodyPr/>
          <a:lstStyle/>
          <a:p>
            <a:fld id="{F54771DC-16E2-4FB2-9B73-04CB6EF84F04}"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683F02D6-8D83-88A7-F26F-0F47F1D6D01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EE95CB4-BEEF-43B8-56D5-1C0F964AE4BC}"/>
              </a:ext>
            </a:extLst>
          </p:cNvPr>
          <p:cNvSpPr>
            <a:spLocks noGrp="1"/>
          </p:cNvSpPr>
          <p:nvPr>
            <p:ph type="sldNum" sz="quarter" idx="12"/>
          </p:nvPr>
        </p:nvSpPr>
        <p:spPr/>
        <p:txBody>
          <a:bodyPr/>
          <a:lstStyle/>
          <a:p>
            <a:fld id="{883E0179-BB63-493D-B37E-06BE6F86A6CE}" type="slidenum">
              <a:rPr lang="zh-CN" altLang="en-US" smtClean="0"/>
              <a:t>‹#›</a:t>
            </a:fld>
            <a:endParaRPr lang="zh-CN" altLang="en-US"/>
          </a:p>
        </p:txBody>
      </p:sp>
    </p:spTree>
    <p:extLst>
      <p:ext uri="{BB962C8B-B14F-4D97-AF65-F5344CB8AC3E}">
        <p14:creationId xmlns:p14="http://schemas.microsoft.com/office/powerpoint/2010/main" val="2623514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D8347-44FE-E480-BFFE-6B3680F8614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96F7B01-244A-0EAB-64DF-714C854E0D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299262E-9394-39FC-7336-3B209D7F8861}"/>
              </a:ext>
            </a:extLst>
          </p:cNvPr>
          <p:cNvSpPr>
            <a:spLocks noGrp="1"/>
          </p:cNvSpPr>
          <p:nvPr>
            <p:ph type="dt" sz="half" idx="10"/>
          </p:nvPr>
        </p:nvSpPr>
        <p:spPr/>
        <p:txBody>
          <a:bodyPr/>
          <a:lstStyle/>
          <a:p>
            <a:fld id="{F54771DC-16E2-4FB2-9B73-04CB6EF84F04}"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53B80035-2BE0-EF14-8D1A-08CFF5D701A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9C0FEFF-7870-6D63-C6FB-DECB08A1A2BC}"/>
              </a:ext>
            </a:extLst>
          </p:cNvPr>
          <p:cNvSpPr>
            <a:spLocks noGrp="1"/>
          </p:cNvSpPr>
          <p:nvPr>
            <p:ph type="sldNum" sz="quarter" idx="12"/>
          </p:nvPr>
        </p:nvSpPr>
        <p:spPr/>
        <p:txBody>
          <a:bodyPr/>
          <a:lstStyle/>
          <a:p>
            <a:fld id="{883E0179-BB63-493D-B37E-06BE6F86A6CE}" type="slidenum">
              <a:rPr lang="zh-CN" altLang="en-US" smtClean="0"/>
              <a:t>‹#›</a:t>
            </a:fld>
            <a:endParaRPr lang="zh-CN" altLang="en-US"/>
          </a:p>
        </p:txBody>
      </p:sp>
    </p:spTree>
    <p:extLst>
      <p:ext uri="{BB962C8B-B14F-4D97-AF65-F5344CB8AC3E}">
        <p14:creationId xmlns:p14="http://schemas.microsoft.com/office/powerpoint/2010/main" val="2868195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167398-ECC1-2EF1-733B-A006A1DDC26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74A2B64-4C87-3FC9-45CF-F585F443711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34C9403-B9BE-2639-50EB-F2E19B22D13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3FA48A1-1BDB-C961-800B-8A6B4D49A17D}"/>
              </a:ext>
            </a:extLst>
          </p:cNvPr>
          <p:cNvSpPr>
            <a:spLocks noGrp="1"/>
          </p:cNvSpPr>
          <p:nvPr>
            <p:ph type="dt" sz="half" idx="10"/>
          </p:nvPr>
        </p:nvSpPr>
        <p:spPr/>
        <p:txBody>
          <a:bodyPr/>
          <a:lstStyle/>
          <a:p>
            <a:fld id="{F54771DC-16E2-4FB2-9B73-04CB6EF84F04}" type="datetimeFigureOut">
              <a:rPr lang="zh-CN" altLang="en-US" smtClean="0"/>
              <a:t>2025/5/21</a:t>
            </a:fld>
            <a:endParaRPr lang="zh-CN" altLang="en-US"/>
          </a:p>
        </p:txBody>
      </p:sp>
      <p:sp>
        <p:nvSpPr>
          <p:cNvPr id="6" name="页脚占位符 5">
            <a:extLst>
              <a:ext uri="{FF2B5EF4-FFF2-40B4-BE49-F238E27FC236}">
                <a16:creationId xmlns:a16="http://schemas.microsoft.com/office/drawing/2014/main" id="{AC789308-FAA8-C888-C251-BB6D7C47A66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5441032-E02B-2A96-7A03-3302325FFB1B}"/>
              </a:ext>
            </a:extLst>
          </p:cNvPr>
          <p:cNvSpPr>
            <a:spLocks noGrp="1"/>
          </p:cNvSpPr>
          <p:nvPr>
            <p:ph type="sldNum" sz="quarter" idx="12"/>
          </p:nvPr>
        </p:nvSpPr>
        <p:spPr/>
        <p:txBody>
          <a:bodyPr/>
          <a:lstStyle/>
          <a:p>
            <a:fld id="{883E0179-BB63-493D-B37E-06BE6F86A6CE}" type="slidenum">
              <a:rPr lang="zh-CN" altLang="en-US" smtClean="0"/>
              <a:t>‹#›</a:t>
            </a:fld>
            <a:endParaRPr lang="zh-CN" altLang="en-US"/>
          </a:p>
        </p:txBody>
      </p:sp>
    </p:spTree>
    <p:extLst>
      <p:ext uri="{BB962C8B-B14F-4D97-AF65-F5344CB8AC3E}">
        <p14:creationId xmlns:p14="http://schemas.microsoft.com/office/powerpoint/2010/main" val="1885929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9370B4-12CB-79C6-E4EE-D2BEF473429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C22EACF-360E-A34C-29C1-7733E133F0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7B5CEC5-0986-4F8D-18D7-54C24B6E894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D870ACD-3354-61E1-2EBD-DCB0E4A140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2406F73-5FDE-97F1-CD35-209BCBAD779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7A4B385-6492-C14E-CD13-7D22B5D2849C}"/>
              </a:ext>
            </a:extLst>
          </p:cNvPr>
          <p:cNvSpPr>
            <a:spLocks noGrp="1"/>
          </p:cNvSpPr>
          <p:nvPr>
            <p:ph type="dt" sz="half" idx="10"/>
          </p:nvPr>
        </p:nvSpPr>
        <p:spPr/>
        <p:txBody>
          <a:bodyPr/>
          <a:lstStyle/>
          <a:p>
            <a:fld id="{F54771DC-16E2-4FB2-9B73-04CB6EF84F04}" type="datetimeFigureOut">
              <a:rPr lang="zh-CN" altLang="en-US" smtClean="0"/>
              <a:t>2025/5/21</a:t>
            </a:fld>
            <a:endParaRPr lang="zh-CN" altLang="en-US"/>
          </a:p>
        </p:txBody>
      </p:sp>
      <p:sp>
        <p:nvSpPr>
          <p:cNvPr id="8" name="页脚占位符 7">
            <a:extLst>
              <a:ext uri="{FF2B5EF4-FFF2-40B4-BE49-F238E27FC236}">
                <a16:creationId xmlns:a16="http://schemas.microsoft.com/office/drawing/2014/main" id="{132DAFEA-E783-1209-ED06-7D22116A630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C7BDBF3-A0B9-3A60-D7D3-B2B5D93DAE88}"/>
              </a:ext>
            </a:extLst>
          </p:cNvPr>
          <p:cNvSpPr>
            <a:spLocks noGrp="1"/>
          </p:cNvSpPr>
          <p:nvPr>
            <p:ph type="sldNum" sz="quarter" idx="12"/>
          </p:nvPr>
        </p:nvSpPr>
        <p:spPr/>
        <p:txBody>
          <a:bodyPr/>
          <a:lstStyle/>
          <a:p>
            <a:fld id="{883E0179-BB63-493D-B37E-06BE6F86A6CE}" type="slidenum">
              <a:rPr lang="zh-CN" altLang="en-US" smtClean="0"/>
              <a:t>‹#›</a:t>
            </a:fld>
            <a:endParaRPr lang="zh-CN" altLang="en-US"/>
          </a:p>
        </p:txBody>
      </p:sp>
    </p:spTree>
    <p:extLst>
      <p:ext uri="{BB962C8B-B14F-4D97-AF65-F5344CB8AC3E}">
        <p14:creationId xmlns:p14="http://schemas.microsoft.com/office/powerpoint/2010/main" val="138273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C36ED-4C53-9A58-B8B4-244CEB66D27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4CE6D9-0571-415A-32BC-2AAA005E49A3}"/>
              </a:ext>
            </a:extLst>
          </p:cNvPr>
          <p:cNvSpPr>
            <a:spLocks noGrp="1"/>
          </p:cNvSpPr>
          <p:nvPr>
            <p:ph type="dt" sz="half" idx="10"/>
          </p:nvPr>
        </p:nvSpPr>
        <p:spPr/>
        <p:txBody>
          <a:bodyPr/>
          <a:lstStyle/>
          <a:p>
            <a:fld id="{F54771DC-16E2-4FB2-9B73-04CB6EF84F04}" type="datetimeFigureOut">
              <a:rPr lang="zh-CN" altLang="en-US" smtClean="0"/>
              <a:t>2025/5/21</a:t>
            </a:fld>
            <a:endParaRPr lang="zh-CN" altLang="en-US"/>
          </a:p>
        </p:txBody>
      </p:sp>
      <p:sp>
        <p:nvSpPr>
          <p:cNvPr id="4" name="页脚占位符 3">
            <a:extLst>
              <a:ext uri="{FF2B5EF4-FFF2-40B4-BE49-F238E27FC236}">
                <a16:creationId xmlns:a16="http://schemas.microsoft.com/office/drawing/2014/main" id="{8E23F081-F385-359A-74E4-481593A9D3A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A811F83-9EEE-98A8-0C4A-B80CA480025A}"/>
              </a:ext>
            </a:extLst>
          </p:cNvPr>
          <p:cNvSpPr>
            <a:spLocks noGrp="1"/>
          </p:cNvSpPr>
          <p:nvPr>
            <p:ph type="sldNum" sz="quarter" idx="12"/>
          </p:nvPr>
        </p:nvSpPr>
        <p:spPr/>
        <p:txBody>
          <a:bodyPr/>
          <a:lstStyle/>
          <a:p>
            <a:fld id="{883E0179-BB63-493D-B37E-06BE6F86A6CE}" type="slidenum">
              <a:rPr lang="zh-CN" altLang="en-US" smtClean="0"/>
              <a:t>‹#›</a:t>
            </a:fld>
            <a:endParaRPr lang="zh-CN" altLang="en-US"/>
          </a:p>
        </p:txBody>
      </p:sp>
    </p:spTree>
    <p:extLst>
      <p:ext uri="{BB962C8B-B14F-4D97-AF65-F5344CB8AC3E}">
        <p14:creationId xmlns:p14="http://schemas.microsoft.com/office/powerpoint/2010/main" val="2367499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B2AA319-AA0B-0103-5223-4DCD1D176C41}"/>
              </a:ext>
            </a:extLst>
          </p:cNvPr>
          <p:cNvSpPr>
            <a:spLocks noGrp="1"/>
          </p:cNvSpPr>
          <p:nvPr>
            <p:ph type="dt" sz="half" idx="10"/>
          </p:nvPr>
        </p:nvSpPr>
        <p:spPr/>
        <p:txBody>
          <a:bodyPr/>
          <a:lstStyle/>
          <a:p>
            <a:fld id="{F54771DC-16E2-4FB2-9B73-04CB6EF84F04}" type="datetimeFigureOut">
              <a:rPr lang="zh-CN" altLang="en-US" smtClean="0"/>
              <a:t>2025/5/21</a:t>
            </a:fld>
            <a:endParaRPr lang="zh-CN" altLang="en-US"/>
          </a:p>
        </p:txBody>
      </p:sp>
      <p:sp>
        <p:nvSpPr>
          <p:cNvPr id="3" name="页脚占位符 2">
            <a:extLst>
              <a:ext uri="{FF2B5EF4-FFF2-40B4-BE49-F238E27FC236}">
                <a16:creationId xmlns:a16="http://schemas.microsoft.com/office/drawing/2014/main" id="{07FF2451-EF75-2FFE-5D01-418517B4D01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8D56728-4635-3F5E-5E06-F5B6FC4864E5}"/>
              </a:ext>
            </a:extLst>
          </p:cNvPr>
          <p:cNvSpPr>
            <a:spLocks noGrp="1"/>
          </p:cNvSpPr>
          <p:nvPr>
            <p:ph type="sldNum" sz="quarter" idx="12"/>
          </p:nvPr>
        </p:nvSpPr>
        <p:spPr/>
        <p:txBody>
          <a:bodyPr/>
          <a:lstStyle/>
          <a:p>
            <a:fld id="{883E0179-BB63-493D-B37E-06BE6F86A6CE}" type="slidenum">
              <a:rPr lang="zh-CN" altLang="en-US" smtClean="0"/>
              <a:t>‹#›</a:t>
            </a:fld>
            <a:endParaRPr lang="zh-CN" altLang="en-US"/>
          </a:p>
        </p:txBody>
      </p:sp>
    </p:spTree>
    <p:extLst>
      <p:ext uri="{BB962C8B-B14F-4D97-AF65-F5344CB8AC3E}">
        <p14:creationId xmlns:p14="http://schemas.microsoft.com/office/powerpoint/2010/main" val="3763865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9B3634-5CA1-B385-A039-099AEBDFFA7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43AEB9F-9429-6870-5C00-AC397A2CDC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4C80ED9-8287-9B5F-BC15-73761BC85D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A665637-4A70-4E5E-D484-55F8E05BC99C}"/>
              </a:ext>
            </a:extLst>
          </p:cNvPr>
          <p:cNvSpPr>
            <a:spLocks noGrp="1"/>
          </p:cNvSpPr>
          <p:nvPr>
            <p:ph type="dt" sz="half" idx="10"/>
          </p:nvPr>
        </p:nvSpPr>
        <p:spPr/>
        <p:txBody>
          <a:bodyPr/>
          <a:lstStyle/>
          <a:p>
            <a:fld id="{F54771DC-16E2-4FB2-9B73-04CB6EF84F04}" type="datetimeFigureOut">
              <a:rPr lang="zh-CN" altLang="en-US" smtClean="0"/>
              <a:t>2025/5/21</a:t>
            </a:fld>
            <a:endParaRPr lang="zh-CN" altLang="en-US"/>
          </a:p>
        </p:txBody>
      </p:sp>
      <p:sp>
        <p:nvSpPr>
          <p:cNvPr id="6" name="页脚占位符 5">
            <a:extLst>
              <a:ext uri="{FF2B5EF4-FFF2-40B4-BE49-F238E27FC236}">
                <a16:creationId xmlns:a16="http://schemas.microsoft.com/office/drawing/2014/main" id="{73DCCA69-8E88-1322-E2ED-9D288AB53D1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604B51-AA41-67D7-6F60-97745F9CDEAE}"/>
              </a:ext>
            </a:extLst>
          </p:cNvPr>
          <p:cNvSpPr>
            <a:spLocks noGrp="1"/>
          </p:cNvSpPr>
          <p:nvPr>
            <p:ph type="sldNum" sz="quarter" idx="12"/>
          </p:nvPr>
        </p:nvSpPr>
        <p:spPr/>
        <p:txBody>
          <a:bodyPr/>
          <a:lstStyle/>
          <a:p>
            <a:fld id="{883E0179-BB63-493D-B37E-06BE6F86A6CE}" type="slidenum">
              <a:rPr lang="zh-CN" altLang="en-US" smtClean="0"/>
              <a:t>‹#›</a:t>
            </a:fld>
            <a:endParaRPr lang="zh-CN" altLang="en-US"/>
          </a:p>
        </p:txBody>
      </p:sp>
    </p:spTree>
    <p:extLst>
      <p:ext uri="{BB962C8B-B14F-4D97-AF65-F5344CB8AC3E}">
        <p14:creationId xmlns:p14="http://schemas.microsoft.com/office/powerpoint/2010/main" val="1101656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C198-9505-C49B-80D3-2832E4C332B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20A4F90-2F74-6168-DFBA-4ECDA09F2A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6F3FC5-2753-BE65-BD69-891A52F64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6152064-2660-8B5C-A672-15B0631646B6}"/>
              </a:ext>
            </a:extLst>
          </p:cNvPr>
          <p:cNvSpPr>
            <a:spLocks noGrp="1"/>
          </p:cNvSpPr>
          <p:nvPr>
            <p:ph type="dt" sz="half" idx="10"/>
          </p:nvPr>
        </p:nvSpPr>
        <p:spPr/>
        <p:txBody>
          <a:bodyPr/>
          <a:lstStyle/>
          <a:p>
            <a:fld id="{F54771DC-16E2-4FB2-9B73-04CB6EF84F04}" type="datetimeFigureOut">
              <a:rPr lang="zh-CN" altLang="en-US" smtClean="0"/>
              <a:t>2025/5/21</a:t>
            </a:fld>
            <a:endParaRPr lang="zh-CN" altLang="en-US"/>
          </a:p>
        </p:txBody>
      </p:sp>
      <p:sp>
        <p:nvSpPr>
          <p:cNvPr id="6" name="页脚占位符 5">
            <a:extLst>
              <a:ext uri="{FF2B5EF4-FFF2-40B4-BE49-F238E27FC236}">
                <a16:creationId xmlns:a16="http://schemas.microsoft.com/office/drawing/2014/main" id="{A0E45C43-B4DB-3787-73D2-DD921848051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4124293-6985-3DB4-86FC-7D1FA0FCF94C}"/>
              </a:ext>
            </a:extLst>
          </p:cNvPr>
          <p:cNvSpPr>
            <a:spLocks noGrp="1"/>
          </p:cNvSpPr>
          <p:nvPr>
            <p:ph type="sldNum" sz="quarter" idx="12"/>
          </p:nvPr>
        </p:nvSpPr>
        <p:spPr/>
        <p:txBody>
          <a:bodyPr/>
          <a:lstStyle/>
          <a:p>
            <a:fld id="{883E0179-BB63-493D-B37E-06BE6F86A6CE}" type="slidenum">
              <a:rPr lang="zh-CN" altLang="en-US" smtClean="0"/>
              <a:t>‹#›</a:t>
            </a:fld>
            <a:endParaRPr lang="zh-CN" altLang="en-US"/>
          </a:p>
        </p:txBody>
      </p:sp>
    </p:spTree>
    <p:extLst>
      <p:ext uri="{BB962C8B-B14F-4D97-AF65-F5344CB8AC3E}">
        <p14:creationId xmlns:p14="http://schemas.microsoft.com/office/powerpoint/2010/main" val="3240341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8BD1CD-72CF-690B-C91F-808DF2A888F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9112589-E3F0-D5A7-3707-B865F3D4930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A8B3AA-6731-FD5B-1BA1-810BAB6556C2}"/>
              </a:ext>
            </a:extLst>
          </p:cNvPr>
          <p:cNvSpPr>
            <a:spLocks noGrp="1"/>
          </p:cNvSpPr>
          <p:nvPr>
            <p:ph type="dt" sz="half" idx="10"/>
          </p:nvPr>
        </p:nvSpPr>
        <p:spPr/>
        <p:txBody>
          <a:bodyPr/>
          <a:lstStyle/>
          <a:p>
            <a:fld id="{F54771DC-16E2-4FB2-9B73-04CB6EF84F04}"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49ABE222-2754-8AE0-404D-5FE9A1EB64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A9554F1-2B05-B5BC-AFD1-CF2E90ECF0B0}"/>
              </a:ext>
            </a:extLst>
          </p:cNvPr>
          <p:cNvSpPr>
            <a:spLocks noGrp="1"/>
          </p:cNvSpPr>
          <p:nvPr>
            <p:ph type="sldNum" sz="quarter" idx="12"/>
          </p:nvPr>
        </p:nvSpPr>
        <p:spPr/>
        <p:txBody>
          <a:bodyPr/>
          <a:lstStyle/>
          <a:p>
            <a:fld id="{883E0179-BB63-493D-B37E-06BE6F86A6CE}" type="slidenum">
              <a:rPr lang="zh-CN" altLang="en-US" smtClean="0"/>
              <a:t>‹#›</a:t>
            </a:fld>
            <a:endParaRPr lang="zh-CN" altLang="en-US"/>
          </a:p>
        </p:txBody>
      </p:sp>
    </p:spTree>
    <p:extLst>
      <p:ext uri="{BB962C8B-B14F-4D97-AF65-F5344CB8AC3E}">
        <p14:creationId xmlns:p14="http://schemas.microsoft.com/office/powerpoint/2010/main" val="3831448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367F86C-B0A9-AD7D-6F77-EE970B3AFA1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F2FDAB5-97EF-B852-B179-1801015FC22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D669697-06D2-1975-6BD9-E2E0D494B3D7}"/>
              </a:ext>
            </a:extLst>
          </p:cNvPr>
          <p:cNvSpPr>
            <a:spLocks noGrp="1"/>
          </p:cNvSpPr>
          <p:nvPr>
            <p:ph type="dt" sz="half" idx="10"/>
          </p:nvPr>
        </p:nvSpPr>
        <p:spPr/>
        <p:txBody>
          <a:bodyPr/>
          <a:lstStyle/>
          <a:p>
            <a:fld id="{F54771DC-16E2-4FB2-9B73-04CB6EF84F04}"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F7E0803D-5576-225D-1AC2-E9DB6EC8DC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A805D1-2039-38D1-FC98-43A569419F4A}"/>
              </a:ext>
            </a:extLst>
          </p:cNvPr>
          <p:cNvSpPr>
            <a:spLocks noGrp="1"/>
          </p:cNvSpPr>
          <p:nvPr>
            <p:ph type="sldNum" sz="quarter" idx="12"/>
          </p:nvPr>
        </p:nvSpPr>
        <p:spPr/>
        <p:txBody>
          <a:bodyPr/>
          <a:lstStyle/>
          <a:p>
            <a:fld id="{883E0179-BB63-493D-B37E-06BE6F86A6CE}" type="slidenum">
              <a:rPr lang="zh-CN" altLang="en-US" smtClean="0"/>
              <a:t>‹#›</a:t>
            </a:fld>
            <a:endParaRPr lang="zh-CN" altLang="en-US"/>
          </a:p>
        </p:txBody>
      </p:sp>
    </p:spTree>
    <p:extLst>
      <p:ext uri="{BB962C8B-B14F-4D97-AF65-F5344CB8AC3E}">
        <p14:creationId xmlns:p14="http://schemas.microsoft.com/office/powerpoint/2010/main" val="1092377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FA82280-ADC5-E257-55A7-B577399358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B51E99D-2760-8C2F-63C7-1253F058C3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8754240-5C6E-A046-2CBD-80C527C4B0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4771DC-16E2-4FB2-9B73-04CB6EF84F04}"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59BE8A94-08CE-FC20-6CEA-F987DD5C45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B0C56F7-6BF1-B5BE-F419-E9C4269618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3E0179-BB63-493D-B37E-06BE6F86A6CE}" type="slidenum">
              <a:rPr lang="zh-CN" altLang="en-US" smtClean="0"/>
              <a:t>‹#›</a:t>
            </a:fld>
            <a:endParaRPr lang="zh-CN" altLang="en-US"/>
          </a:p>
        </p:txBody>
      </p:sp>
    </p:spTree>
    <p:extLst>
      <p:ext uri="{BB962C8B-B14F-4D97-AF65-F5344CB8AC3E}">
        <p14:creationId xmlns:p14="http://schemas.microsoft.com/office/powerpoint/2010/main" val="5591922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630074F-E883-A002-FF09-3111CAF5327D}"/>
              </a:ext>
            </a:extLst>
          </p:cNvPr>
          <p:cNvSpPr txBox="1"/>
          <p:nvPr/>
        </p:nvSpPr>
        <p:spPr>
          <a:xfrm>
            <a:off x="349623" y="215153"/>
            <a:ext cx="4876800" cy="369332"/>
          </a:xfrm>
          <a:prstGeom prst="rect">
            <a:avLst/>
          </a:prstGeom>
          <a:noFill/>
        </p:spPr>
        <p:txBody>
          <a:bodyPr wrap="square" rtlCol="0">
            <a:spAutoFit/>
          </a:bodyPr>
          <a:lstStyle/>
          <a:p>
            <a:r>
              <a:rPr lang="en-US" altLang="zh-CN" dirty="0"/>
              <a:t>WEEK13 HOMEWORK</a:t>
            </a:r>
          </a:p>
        </p:txBody>
      </p:sp>
      <p:sp>
        <p:nvSpPr>
          <p:cNvPr id="6" name="文本框 5">
            <a:extLst>
              <a:ext uri="{FF2B5EF4-FFF2-40B4-BE49-F238E27FC236}">
                <a16:creationId xmlns:a16="http://schemas.microsoft.com/office/drawing/2014/main" id="{7A98EF9B-FA3B-EECE-56DA-4916E7BF8502}"/>
              </a:ext>
            </a:extLst>
          </p:cNvPr>
          <p:cNvSpPr txBox="1"/>
          <p:nvPr/>
        </p:nvSpPr>
        <p:spPr>
          <a:xfrm>
            <a:off x="475129" y="736885"/>
            <a:ext cx="11241741" cy="5632311"/>
          </a:xfrm>
          <a:prstGeom prst="rect">
            <a:avLst/>
          </a:prstGeom>
          <a:noFill/>
        </p:spPr>
        <p:txBody>
          <a:bodyPr wrap="square">
            <a:spAutoFit/>
          </a:bodyPr>
          <a:lstStyle/>
          <a:p>
            <a:r>
              <a:rPr lang="en-US" altLang="zh-CN" dirty="0"/>
              <a:t>1. </a:t>
            </a:r>
            <a:r>
              <a:rPr lang="zh-CN" altLang="en-US" dirty="0"/>
              <a:t>我们曾编写程序计算了两个向量的点积，现在我们把两个向量存放到一个文件</a:t>
            </a:r>
            <a:r>
              <a:rPr lang="en-US" altLang="zh-CN" dirty="0"/>
              <a:t>vec.txt</a:t>
            </a:r>
            <a:r>
              <a:rPr lang="zh-CN" altLang="en-US" dirty="0"/>
              <a:t>中，文件的第一行为向量的长度，第二行和第三行为两个向量，第四行用来输出向量点积的结果。使用</a:t>
            </a:r>
            <a:r>
              <a:rPr lang="en-US" altLang="zh-CN" dirty="0"/>
              <a:t>malloc</a:t>
            </a:r>
            <a:r>
              <a:rPr lang="zh-CN" altLang="en-US" dirty="0"/>
              <a:t>来动态地创建两个一维数组，从文件中读取两个向量，调用函数来计算两个向量的点积。</a:t>
            </a:r>
            <a:endParaRPr lang="en-US" altLang="zh-CN" dirty="0"/>
          </a:p>
          <a:p>
            <a:r>
              <a:rPr lang="en-US" altLang="zh-CN" dirty="0"/>
              <a:t>We have written a program to calculate the dot product of two vectors, now we store the two vectors in a file vec.txt, the first line of the file is the length of the vector, the second and third lines are two vectors, and the fourth line is used to output the result of the dot product of the vector. Use malloc to dynamically create two one-dimensional arrays, read two vectors from a file, and call a function to calculate the dot product of the two vectors.</a:t>
            </a:r>
          </a:p>
          <a:p>
            <a:endParaRPr lang="zh-CN" altLang="en-US" dirty="0"/>
          </a:p>
          <a:p>
            <a:r>
              <a:rPr lang="en-US" altLang="zh-CN" dirty="0"/>
              <a:t>vec.txt</a:t>
            </a:r>
            <a:r>
              <a:rPr lang="zh-CN" altLang="en-US" dirty="0"/>
              <a:t>：</a:t>
            </a:r>
          </a:p>
          <a:p>
            <a:r>
              <a:rPr lang="en-US" altLang="zh-CN" dirty="0"/>
              <a:t>5</a:t>
            </a:r>
          </a:p>
          <a:p>
            <a:r>
              <a:rPr lang="en-US" altLang="zh-CN" dirty="0"/>
              <a:t>1 2 3 4 5</a:t>
            </a:r>
          </a:p>
          <a:p>
            <a:r>
              <a:rPr lang="en-US" altLang="zh-CN" dirty="0"/>
              <a:t>1 2 3 4 5</a:t>
            </a:r>
          </a:p>
          <a:p>
            <a:r>
              <a:rPr lang="en-US" altLang="zh-CN" dirty="0"/>
              <a:t>dot: 55</a:t>
            </a:r>
          </a:p>
          <a:p>
            <a:r>
              <a:rPr lang="en-US" altLang="zh-CN" dirty="0"/>
              <a:t>Hint:</a:t>
            </a:r>
          </a:p>
          <a:p>
            <a:r>
              <a:rPr lang="zh-CN" altLang="en-US" dirty="0"/>
              <a:t>只需要将文件设置为可读可写，当文件指针移动到最后时，即可在原文件中继续输出内容。</a:t>
            </a:r>
            <a:endParaRPr lang="en-US" altLang="zh-CN" dirty="0"/>
          </a:p>
          <a:p>
            <a:r>
              <a:rPr lang="en-US" altLang="zh-CN" dirty="0"/>
              <a:t>You only need to set the file to be readable and writable, and when the file pointer moves to the end, you can continue to output content in the original file.</a:t>
            </a:r>
          </a:p>
          <a:p>
            <a:r>
              <a:rPr lang="zh-CN" altLang="en-US" dirty="0"/>
              <a:t>使用</a:t>
            </a:r>
            <a:r>
              <a:rPr lang="en-US" altLang="zh-CN" dirty="0" err="1"/>
              <a:t>fscanf</a:t>
            </a:r>
            <a:r>
              <a:rPr lang="zh-CN" altLang="en-US" dirty="0"/>
              <a:t>循环读取每个向量</a:t>
            </a:r>
          </a:p>
          <a:p>
            <a:r>
              <a:rPr lang="en-US" altLang="zh-CN" dirty="0"/>
              <a:t>Each vector is read using the </a:t>
            </a:r>
            <a:r>
              <a:rPr lang="en-US" altLang="zh-CN" dirty="0" err="1"/>
              <a:t>fscanf</a:t>
            </a:r>
            <a:r>
              <a:rPr lang="en-US" altLang="zh-CN" dirty="0"/>
              <a:t> loop</a:t>
            </a:r>
          </a:p>
        </p:txBody>
      </p:sp>
    </p:spTree>
    <p:extLst>
      <p:ext uri="{BB962C8B-B14F-4D97-AF65-F5344CB8AC3E}">
        <p14:creationId xmlns:p14="http://schemas.microsoft.com/office/powerpoint/2010/main" val="2817638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AE0D966-C4A2-1F7A-ABF3-E89A09F1CD0D}"/>
              </a:ext>
            </a:extLst>
          </p:cNvPr>
          <p:cNvSpPr txBox="1"/>
          <p:nvPr/>
        </p:nvSpPr>
        <p:spPr>
          <a:xfrm>
            <a:off x="475129" y="315196"/>
            <a:ext cx="11089342" cy="5632311"/>
          </a:xfrm>
          <a:prstGeom prst="rect">
            <a:avLst/>
          </a:prstGeom>
          <a:noFill/>
        </p:spPr>
        <p:txBody>
          <a:bodyPr wrap="square">
            <a:spAutoFit/>
          </a:bodyPr>
          <a:lstStyle/>
          <a:p>
            <a:r>
              <a:rPr lang="en-US" altLang="zh-CN" dirty="0"/>
              <a:t>2. </a:t>
            </a:r>
            <a:r>
              <a:rPr lang="zh-CN" altLang="en-US" dirty="0"/>
              <a:t>文件</a:t>
            </a:r>
            <a:r>
              <a:rPr lang="en-US" altLang="zh-CN" dirty="0"/>
              <a:t>matrix.txt</a:t>
            </a:r>
            <a:r>
              <a:rPr lang="zh-CN" altLang="en-US" dirty="0"/>
              <a:t>中第一行为一个矩阵的行数和列数，接下来的</a:t>
            </a:r>
            <a:r>
              <a:rPr lang="en-US" altLang="zh-CN" dirty="0"/>
              <a:t>m</a:t>
            </a:r>
            <a:r>
              <a:rPr lang="zh-CN" altLang="en-US" dirty="0"/>
              <a:t>行存放了每一列的数据，即存储了整个矩阵的值。使用</a:t>
            </a:r>
            <a:r>
              <a:rPr lang="en-US" altLang="zh-CN" dirty="0"/>
              <a:t>malloc</a:t>
            </a:r>
            <a:r>
              <a:rPr lang="zh-CN" altLang="en-US" dirty="0"/>
              <a:t>动态地创建一个</a:t>
            </a:r>
            <a:r>
              <a:rPr lang="en-US" altLang="zh-CN" dirty="0"/>
              <a:t>m</a:t>
            </a:r>
            <a:r>
              <a:rPr lang="zh-CN" altLang="en-US" dirty="0"/>
              <a:t>行</a:t>
            </a:r>
            <a:r>
              <a:rPr lang="en-US" altLang="zh-CN" dirty="0"/>
              <a:t>n</a:t>
            </a:r>
            <a:r>
              <a:rPr lang="zh-CN" altLang="en-US" dirty="0"/>
              <a:t>列的二维数组，编写程序从文件中读取这个矩阵，调用函数</a:t>
            </a:r>
            <a:r>
              <a:rPr lang="en-US" altLang="zh-CN" dirty="0" err="1"/>
              <a:t>max_value</a:t>
            </a:r>
            <a:r>
              <a:rPr lang="zh-CN" altLang="en-US" dirty="0"/>
              <a:t>来返回矩阵中的最大值，并输出到</a:t>
            </a:r>
            <a:r>
              <a:rPr lang="en-US" altLang="zh-CN" dirty="0"/>
              <a:t>matrix.txt</a:t>
            </a:r>
            <a:r>
              <a:rPr lang="zh-CN" altLang="en-US" dirty="0"/>
              <a:t>文件中，并且，在接下来的</a:t>
            </a:r>
            <a:r>
              <a:rPr lang="en-US" altLang="zh-CN" dirty="0"/>
              <a:t>n</a:t>
            </a:r>
            <a:r>
              <a:rPr lang="zh-CN" altLang="en-US" dirty="0"/>
              <a:t>行中，输出这个矩阵的转置。</a:t>
            </a:r>
            <a:endParaRPr lang="en-US" altLang="zh-CN" dirty="0"/>
          </a:p>
          <a:p>
            <a:r>
              <a:rPr lang="en-US" altLang="zh-CN" dirty="0"/>
              <a:t>The file matrix.txt contains the number of rows and columns of a matrix in the first place, and the next m rows store the data of each column, that is, the value of the entire matrix. Use malloc to dynamically create a two-dimensional array of m rows and n columns, write a program to read the matrix from the file, call the function </a:t>
            </a:r>
            <a:r>
              <a:rPr lang="en-US" altLang="zh-CN" dirty="0" err="1"/>
              <a:t>max_value</a:t>
            </a:r>
            <a:r>
              <a:rPr lang="en-US" altLang="zh-CN" dirty="0"/>
              <a:t> to return the maximum value in the matrix, and output it to the matrix.txt file, and, in the next n rows, output the transpose of the matrix.</a:t>
            </a:r>
          </a:p>
          <a:p>
            <a:endParaRPr lang="en-US" altLang="zh-CN" dirty="0"/>
          </a:p>
          <a:p>
            <a:r>
              <a:rPr lang="en-US" altLang="zh-CN" dirty="0"/>
              <a:t>matrix.txt</a:t>
            </a:r>
            <a:r>
              <a:rPr lang="zh-CN" altLang="en-US" dirty="0"/>
              <a:t>：</a:t>
            </a:r>
            <a:endParaRPr lang="en-US" altLang="zh-CN" dirty="0"/>
          </a:p>
          <a:p>
            <a:r>
              <a:rPr lang="en-US" altLang="zh-CN" dirty="0"/>
              <a:t>3 3</a:t>
            </a:r>
          </a:p>
          <a:p>
            <a:r>
              <a:rPr lang="en-US" altLang="zh-CN" dirty="0"/>
              <a:t>1 2 3</a:t>
            </a:r>
          </a:p>
          <a:p>
            <a:r>
              <a:rPr lang="en-US" altLang="zh-CN" dirty="0"/>
              <a:t>4 5 6</a:t>
            </a:r>
          </a:p>
          <a:p>
            <a:r>
              <a:rPr lang="en-US" altLang="zh-CN" dirty="0"/>
              <a:t>7 8 9</a:t>
            </a:r>
          </a:p>
          <a:p>
            <a:r>
              <a:rPr lang="en-US" altLang="zh-CN" dirty="0"/>
              <a:t>9</a:t>
            </a:r>
          </a:p>
          <a:p>
            <a:r>
              <a:rPr lang="en-US" altLang="zh-CN" dirty="0"/>
              <a:t>1 4 7</a:t>
            </a:r>
          </a:p>
          <a:p>
            <a:r>
              <a:rPr lang="en-US" altLang="zh-CN" dirty="0"/>
              <a:t>2 5 8</a:t>
            </a:r>
          </a:p>
          <a:p>
            <a:r>
              <a:rPr lang="en-US" altLang="zh-CN" dirty="0"/>
              <a:t>3 6 9</a:t>
            </a:r>
          </a:p>
          <a:p>
            <a:r>
              <a:rPr lang="zh-CN" altLang="en-US" dirty="0"/>
              <a:t>提示：矩阵的转置即把矩阵的行列互换。</a:t>
            </a:r>
            <a:endParaRPr lang="en-US" altLang="zh-CN" dirty="0"/>
          </a:p>
          <a:p>
            <a:r>
              <a:rPr lang="en-US" altLang="zh-CN" dirty="0"/>
              <a:t>Hint: The transpose of a matrix is to swap the rows and columns of the matrix.</a:t>
            </a:r>
            <a:endParaRPr lang="zh-CN" altLang="en-US" dirty="0"/>
          </a:p>
        </p:txBody>
      </p:sp>
    </p:spTree>
    <p:extLst>
      <p:ext uri="{BB962C8B-B14F-4D97-AF65-F5344CB8AC3E}">
        <p14:creationId xmlns:p14="http://schemas.microsoft.com/office/powerpoint/2010/main" val="3902774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879D7C9-CF4F-C994-EE87-D5204EDB1BD0}"/>
              </a:ext>
            </a:extLst>
          </p:cNvPr>
          <p:cNvSpPr txBox="1"/>
          <p:nvPr/>
        </p:nvSpPr>
        <p:spPr>
          <a:xfrm>
            <a:off x="143435" y="75870"/>
            <a:ext cx="11286565" cy="6740307"/>
          </a:xfrm>
          <a:prstGeom prst="rect">
            <a:avLst/>
          </a:prstGeom>
          <a:noFill/>
        </p:spPr>
        <p:txBody>
          <a:bodyPr wrap="square">
            <a:spAutoFit/>
          </a:bodyPr>
          <a:lstStyle/>
          <a:p>
            <a:r>
              <a:rPr lang="en-US" altLang="zh-CN" dirty="0"/>
              <a:t>3. </a:t>
            </a:r>
            <a:r>
              <a:rPr lang="zh-CN" altLang="en-US" dirty="0"/>
              <a:t>我们曾编写了一个程序来找出用户输入的含有特定字符数量最多的字符串，现在，我们把字符串的数量、特定的字符和字符串放到一个文件</a:t>
            </a:r>
            <a:r>
              <a:rPr lang="en-US" altLang="zh-CN" dirty="0"/>
              <a:t>strs.txt</a:t>
            </a:r>
            <a:r>
              <a:rPr lang="zh-CN" altLang="en-US" dirty="0"/>
              <a:t>中，从文件中读入每个字符串。编写一个函数</a:t>
            </a:r>
            <a:r>
              <a:rPr lang="en-US" altLang="zh-CN" dirty="0" err="1"/>
              <a:t>count_specific_char</a:t>
            </a:r>
            <a:r>
              <a:rPr lang="zh-CN" altLang="en-US" dirty="0"/>
              <a:t>，接受一个字符串、字符串的长度和一个字符作为输入，返回字符串中特定字符的数量。同一个字母的大写和小写都视为同一字符，可以使用</a:t>
            </a:r>
            <a:r>
              <a:rPr lang="en-US" altLang="zh-CN" dirty="0" err="1"/>
              <a:t>ctype.h</a:t>
            </a:r>
            <a:r>
              <a:rPr lang="zh-CN" altLang="en-US" dirty="0"/>
              <a:t>库中的</a:t>
            </a:r>
            <a:r>
              <a:rPr lang="en-US" altLang="zh-CN" dirty="0" err="1"/>
              <a:t>tolower</a:t>
            </a:r>
            <a:r>
              <a:rPr lang="zh-CN" altLang="en-US" dirty="0"/>
              <a:t>函数将每个大写字母转化为小写字母。</a:t>
            </a:r>
          </a:p>
          <a:p>
            <a:r>
              <a:rPr lang="zh-CN" altLang="en-US" dirty="0"/>
              <a:t>调用函数，最后将特定字符最多的字符串和特定字符在这个字符串中出现的次数写入到另一个文件</a:t>
            </a:r>
            <a:r>
              <a:rPr lang="en-US" altLang="zh-CN" dirty="0"/>
              <a:t>spec.txt</a:t>
            </a:r>
            <a:r>
              <a:rPr lang="zh-CN" altLang="en-US" dirty="0"/>
              <a:t>中。</a:t>
            </a:r>
          </a:p>
          <a:p>
            <a:r>
              <a:rPr lang="en-US" altLang="zh-CN" dirty="0"/>
              <a:t>We wrote a program to find the string that the user entered with the most number of certain characters. Now, we put the number of strings, the specific characters, and the string into a file called strs.txt and read each string from the </a:t>
            </a:r>
            <a:r>
              <a:rPr lang="en-US" altLang="zh-CN" dirty="0" err="1"/>
              <a:t>file.Write</a:t>
            </a:r>
            <a:r>
              <a:rPr lang="en-US" altLang="zh-CN" dirty="0"/>
              <a:t> a function </a:t>
            </a:r>
            <a:r>
              <a:rPr lang="en-US" altLang="zh-CN" dirty="0" err="1"/>
              <a:t>count_specific_char</a:t>
            </a:r>
            <a:r>
              <a:rPr lang="en-US" altLang="zh-CN" dirty="0"/>
              <a:t> that takes a string, the length of the string, and a character as input and returns the number of specific characters in the string. Both uppercase and lowercase letters of the same letter are considered the same character, and each uppercase letter can be converted to lowercase using the </a:t>
            </a:r>
            <a:r>
              <a:rPr lang="en-US" altLang="zh-CN" dirty="0" err="1"/>
              <a:t>tolower</a:t>
            </a:r>
            <a:r>
              <a:rPr lang="en-US" altLang="zh-CN" dirty="0"/>
              <a:t> function in the </a:t>
            </a:r>
            <a:r>
              <a:rPr lang="en-US" altLang="zh-CN" dirty="0" err="1"/>
              <a:t>ctype.h</a:t>
            </a:r>
            <a:r>
              <a:rPr lang="en-US" altLang="zh-CN" dirty="0"/>
              <a:t> </a:t>
            </a:r>
            <a:r>
              <a:rPr lang="en-US" altLang="zh-CN" dirty="0" err="1"/>
              <a:t>library.Calls</a:t>
            </a:r>
            <a:r>
              <a:rPr lang="en-US" altLang="zh-CN" dirty="0"/>
              <a:t> the function, and finally writes the string with the most characters in a particular character and the number of times a particular character appears in that string to another file, spec.txt.</a:t>
            </a:r>
          </a:p>
          <a:p>
            <a:endParaRPr lang="zh-CN" altLang="en-US" dirty="0"/>
          </a:p>
          <a:p>
            <a:r>
              <a:rPr lang="en-US" altLang="zh-CN" dirty="0"/>
              <a:t>strs.txt</a:t>
            </a:r>
            <a:r>
              <a:rPr lang="zh-CN" altLang="en-US" dirty="0"/>
              <a:t>：</a:t>
            </a:r>
          </a:p>
          <a:p>
            <a:r>
              <a:rPr lang="en-US" altLang="zh-CN" dirty="0"/>
              <a:t>3</a:t>
            </a:r>
          </a:p>
          <a:p>
            <a:r>
              <a:rPr lang="en-US" altLang="zh-CN" dirty="0"/>
              <a:t>a</a:t>
            </a:r>
          </a:p>
          <a:p>
            <a:r>
              <a:rPr lang="en-US" altLang="zh-CN" dirty="0"/>
              <a:t>I have a pen</a:t>
            </a:r>
          </a:p>
          <a:p>
            <a:r>
              <a:rPr lang="en-US" altLang="zh-CN" dirty="0"/>
              <a:t>I have an apple</a:t>
            </a:r>
          </a:p>
          <a:p>
            <a:r>
              <a:rPr lang="en-US" altLang="zh-CN" dirty="0"/>
              <a:t>Pen-Pineapple-Apple-pen</a:t>
            </a:r>
          </a:p>
          <a:p>
            <a:endParaRPr lang="en-US" altLang="zh-CN" dirty="0"/>
          </a:p>
          <a:p>
            <a:r>
              <a:rPr lang="en-US" altLang="zh-CN" dirty="0"/>
              <a:t>spec.txt</a:t>
            </a:r>
            <a:r>
              <a:rPr lang="zh-CN" altLang="en-US" dirty="0"/>
              <a:t>：</a:t>
            </a:r>
          </a:p>
          <a:p>
            <a:r>
              <a:rPr lang="en-US" altLang="zh-CN" dirty="0"/>
              <a:t>I have an apple</a:t>
            </a:r>
          </a:p>
          <a:p>
            <a:r>
              <a:rPr lang="en-US" altLang="zh-CN" dirty="0"/>
              <a:t>3</a:t>
            </a:r>
          </a:p>
        </p:txBody>
      </p:sp>
    </p:spTree>
    <p:extLst>
      <p:ext uri="{BB962C8B-B14F-4D97-AF65-F5344CB8AC3E}">
        <p14:creationId xmlns:p14="http://schemas.microsoft.com/office/powerpoint/2010/main" val="1462382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CE714E5-04E9-7DE4-9FC3-6B3377832306}"/>
              </a:ext>
            </a:extLst>
          </p:cNvPr>
          <p:cNvSpPr txBox="1"/>
          <p:nvPr/>
        </p:nvSpPr>
        <p:spPr>
          <a:xfrm>
            <a:off x="430306" y="400814"/>
            <a:ext cx="11331388" cy="2031325"/>
          </a:xfrm>
          <a:prstGeom prst="rect">
            <a:avLst/>
          </a:prstGeom>
          <a:noFill/>
        </p:spPr>
        <p:txBody>
          <a:bodyPr wrap="square">
            <a:spAutoFit/>
          </a:bodyPr>
          <a:lstStyle/>
          <a:p>
            <a:r>
              <a:rPr lang="en-US" altLang="zh-CN" dirty="0"/>
              <a:t>4. </a:t>
            </a:r>
            <a:r>
              <a:rPr lang="zh-CN" altLang="en-US" dirty="0"/>
              <a:t>创建一个文件</a:t>
            </a:r>
            <a:r>
              <a:rPr lang="en-US" altLang="zh-CN" dirty="0"/>
              <a:t>input.txt</a:t>
            </a:r>
            <a:r>
              <a:rPr lang="zh-CN" altLang="en-US" dirty="0"/>
              <a:t>，编写程序，将</a:t>
            </a:r>
            <a:r>
              <a:rPr lang="en-US" altLang="zh-CN" dirty="0"/>
              <a:t>input.txt</a:t>
            </a:r>
            <a:r>
              <a:rPr lang="zh-CN" altLang="en-US" dirty="0"/>
              <a:t>中的内容全部复制到另一个文件</a:t>
            </a:r>
            <a:r>
              <a:rPr lang="en-US" altLang="zh-CN" dirty="0"/>
              <a:t>output.txt</a:t>
            </a:r>
            <a:r>
              <a:rPr lang="zh-CN" altLang="en-US" dirty="0"/>
              <a:t>中。</a:t>
            </a:r>
            <a:endParaRPr lang="en-US" altLang="zh-CN" dirty="0"/>
          </a:p>
          <a:p>
            <a:r>
              <a:rPr lang="en-US" altLang="zh-CN" dirty="0"/>
              <a:t>Create a file, input.txt, and write a program to copy all the contents of input.txt into another file, output.txt.</a:t>
            </a:r>
            <a:endParaRPr lang="zh-CN" altLang="en-US" dirty="0"/>
          </a:p>
          <a:p>
            <a:r>
              <a:rPr lang="en-US" altLang="zh-CN" dirty="0"/>
              <a:t>Hint</a:t>
            </a:r>
            <a:r>
              <a:rPr lang="zh-CN" altLang="en-US" dirty="0"/>
              <a:t>：</a:t>
            </a:r>
          </a:p>
          <a:p>
            <a:r>
              <a:rPr lang="en-US" altLang="zh-CN" dirty="0" err="1"/>
              <a:t>fgetc</a:t>
            </a:r>
            <a:r>
              <a:rPr lang="zh-CN" altLang="en-US" dirty="0"/>
              <a:t>可以一个的读取文件中的字符。</a:t>
            </a:r>
            <a:r>
              <a:rPr lang="en-US" altLang="zh-CN" dirty="0" err="1"/>
              <a:t>fgetc</a:t>
            </a:r>
            <a:r>
              <a:rPr lang="en-US" altLang="zh-CN" dirty="0"/>
              <a:t> can read characters in a file</a:t>
            </a:r>
            <a:endParaRPr lang="zh-CN" altLang="en-US" dirty="0"/>
          </a:p>
          <a:p>
            <a:r>
              <a:rPr lang="en-US" altLang="zh-CN" dirty="0"/>
              <a:t>EOF(</a:t>
            </a:r>
            <a:r>
              <a:rPr lang="zh-CN" altLang="en-US" dirty="0"/>
              <a:t>一个宏定义，被定义为</a:t>
            </a:r>
            <a:r>
              <a:rPr lang="en-US" altLang="zh-CN" dirty="0"/>
              <a:t>int</a:t>
            </a:r>
            <a:r>
              <a:rPr lang="zh-CN" altLang="en-US" dirty="0"/>
              <a:t>类型的一个负数</a:t>
            </a:r>
            <a:r>
              <a:rPr lang="en-US" altLang="zh-CN" dirty="0"/>
              <a:t>)</a:t>
            </a:r>
            <a:r>
              <a:rPr lang="zh-CN" altLang="en-US" dirty="0"/>
              <a:t>可以用来判断文件是否结束。</a:t>
            </a:r>
            <a:endParaRPr lang="en-US" altLang="zh-CN" dirty="0"/>
          </a:p>
          <a:p>
            <a:r>
              <a:rPr lang="en-US" altLang="zh-CN" dirty="0"/>
              <a:t>EOF(a macro definition defined as a negative number of type int) can be used to determine whether the file is finished.</a:t>
            </a:r>
            <a:endParaRPr lang="zh-CN" altLang="en-US" dirty="0"/>
          </a:p>
        </p:txBody>
      </p:sp>
    </p:spTree>
    <p:extLst>
      <p:ext uri="{BB962C8B-B14F-4D97-AF65-F5344CB8AC3E}">
        <p14:creationId xmlns:p14="http://schemas.microsoft.com/office/powerpoint/2010/main" val="37704986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1029</Words>
  <Application>Microsoft Macintosh PowerPoint</Application>
  <PresentationFormat>Widescreen</PresentationFormat>
  <Paragraphs>48</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等线</vt:lpstr>
      <vt:lpstr>等线 Light</vt:lpstr>
      <vt:lpstr>Arial</vt:lpstr>
      <vt:lpstr>Office 主题​​</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Tianhong Xu</dc:creator>
  <cp:lastModifiedBy>pkugeo</cp:lastModifiedBy>
  <cp:revision>2</cp:revision>
  <dcterms:created xsi:type="dcterms:W3CDTF">2024-05-13T14:30:17Z</dcterms:created>
  <dcterms:modified xsi:type="dcterms:W3CDTF">2025-05-21T09:30:08Z</dcterms:modified>
</cp:coreProperties>
</file>